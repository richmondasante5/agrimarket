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2"/>
    <p:sldId id="257" r:id="rId3"/>
    <p:sldId id="268" r:id="rId4"/>
    <p:sldId id="259" r:id="rId5"/>
    <p:sldId id="270" r:id="rId6"/>
    <p:sldId id="262" r:id="rId7"/>
    <p:sldId id="263" r:id="rId8"/>
    <p:sldId id="271" r:id="rId9"/>
    <p:sldId id="272" r:id="rId10"/>
    <p:sldId id="273" r:id="rId11"/>
    <p:sldId id="274" r:id="rId12"/>
    <p:sldId id="275" r:id="rId13"/>
    <p:sldId id="276"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5" d="100"/>
          <a:sy n="65" d="100"/>
        </p:scale>
        <p:origin x="66" y="2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4F24BD3-9428-4166-81DE-7402A3BF11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A654B2A5-6856-4118-B339-BE74ACDB1F5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7D7F00-7586-4C9B-9C3C-70DFCAE80D04}" type="datetimeFigureOut">
              <a:rPr lang="en-US" smtClean="0"/>
              <a:t>9/29/2021</a:t>
            </a:fld>
            <a:endParaRPr lang="en-US" dirty="0"/>
          </a:p>
        </p:txBody>
      </p:sp>
      <p:sp>
        <p:nvSpPr>
          <p:cNvPr id="4" name="Footer Placeholder 3">
            <a:extLst>
              <a:ext uri="{FF2B5EF4-FFF2-40B4-BE49-F238E27FC236}">
                <a16:creationId xmlns:a16="http://schemas.microsoft.com/office/drawing/2014/main" id="{1B086B17-EF52-4DBA-9F91-97E901ED2D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D20162D-08D5-4754-81A5-AD904AE5B1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CF8FC5A-10CB-4823-A177-D8F1065C1EED}" type="slidenum">
              <a:rPr lang="en-US" smtClean="0"/>
              <a:t>‹#›</a:t>
            </a:fld>
            <a:endParaRPr lang="en-US" dirty="0"/>
          </a:p>
        </p:txBody>
      </p:sp>
    </p:spTree>
    <p:extLst>
      <p:ext uri="{BB962C8B-B14F-4D97-AF65-F5344CB8AC3E}">
        <p14:creationId xmlns:p14="http://schemas.microsoft.com/office/powerpoint/2010/main" val="17642029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61B62A-82C4-48B8-B456-88EBBD1A951E}" type="datetimeFigureOut">
              <a:rPr lang="en-US" smtClean="0"/>
              <a:t>9/29/2021</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D7593F-9FEA-4092-82E8-349AB5A6ABC1}" type="slidenum">
              <a:rPr lang="en-US" smtClean="0"/>
              <a:t>‹#›</a:t>
            </a:fld>
            <a:endParaRPr lang="en-US" dirty="0"/>
          </a:p>
        </p:txBody>
      </p:sp>
    </p:spTree>
    <p:extLst>
      <p:ext uri="{BB962C8B-B14F-4D97-AF65-F5344CB8AC3E}">
        <p14:creationId xmlns:p14="http://schemas.microsoft.com/office/powerpoint/2010/main" val="279780830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F01E7-366D-4B75-A07E-7C3046E7C1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019324A-7D5F-4E62-9AB6-5808C1F796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6864C3-4E68-48FB-ABAB-592FBB9F4FCD}"/>
              </a:ext>
            </a:extLst>
          </p:cNvPr>
          <p:cNvSpPr>
            <a:spLocks noGrp="1"/>
          </p:cNvSpPr>
          <p:nvPr>
            <p:ph type="dt" sz="half" idx="10"/>
          </p:nvPr>
        </p:nvSpPr>
        <p:spPr/>
        <p:txBody>
          <a:bodyPr/>
          <a:lstStyle/>
          <a:p>
            <a:fld id="{8CDC9826-C5F2-4633-9A74-90D449A3DD7C}" type="datetime1">
              <a:rPr lang="en-US" smtClean="0"/>
              <a:t>9/29/2021</a:t>
            </a:fld>
            <a:endParaRPr lang="en-US" dirty="0"/>
          </a:p>
        </p:txBody>
      </p:sp>
      <p:sp>
        <p:nvSpPr>
          <p:cNvPr id="5" name="Footer Placeholder 4">
            <a:extLst>
              <a:ext uri="{FF2B5EF4-FFF2-40B4-BE49-F238E27FC236}">
                <a16:creationId xmlns:a16="http://schemas.microsoft.com/office/drawing/2014/main" id="{05FE39A8-AF25-48BB-97A1-B2C10B642596}"/>
              </a:ext>
            </a:extLst>
          </p:cNvPr>
          <p:cNvSpPr>
            <a:spLocks noGrp="1"/>
          </p:cNvSpPr>
          <p:nvPr>
            <p:ph type="ftr" sz="quarter" idx="11"/>
          </p:nvPr>
        </p:nvSpPr>
        <p:spPr/>
        <p:txBody>
          <a:bodyPr/>
          <a:lstStyle/>
          <a:p>
            <a:r>
              <a:rPr lang="en-US" dirty="0"/>
              <a:t>Mobile Agricultural Marketing Application</a:t>
            </a:r>
          </a:p>
        </p:txBody>
      </p:sp>
      <p:sp>
        <p:nvSpPr>
          <p:cNvPr id="6" name="Slide Number Placeholder 5">
            <a:extLst>
              <a:ext uri="{FF2B5EF4-FFF2-40B4-BE49-F238E27FC236}">
                <a16:creationId xmlns:a16="http://schemas.microsoft.com/office/drawing/2014/main" id="{6B86862B-5D2F-4213-A9DE-3DE49DB8DD76}"/>
              </a:ext>
            </a:extLst>
          </p:cNvPr>
          <p:cNvSpPr>
            <a:spLocks noGrp="1"/>
          </p:cNvSpPr>
          <p:nvPr>
            <p:ph type="sldNum" sz="quarter" idx="12"/>
          </p:nvPr>
        </p:nvSpPr>
        <p:spPr/>
        <p:txBody>
          <a:bodyPr/>
          <a:lstStyle/>
          <a:p>
            <a:fld id="{3D129DF5-DA21-429A-AC57-BC28FFF81351}" type="slidenum">
              <a:rPr lang="en-US" smtClean="0"/>
              <a:t>‹#›</a:t>
            </a:fld>
            <a:endParaRPr lang="en-US" dirty="0"/>
          </a:p>
        </p:txBody>
      </p:sp>
    </p:spTree>
    <p:extLst>
      <p:ext uri="{BB962C8B-B14F-4D97-AF65-F5344CB8AC3E}">
        <p14:creationId xmlns:p14="http://schemas.microsoft.com/office/powerpoint/2010/main" val="3615697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29679-2DED-4633-B6F7-3BA6A327FB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AC96BF-906D-4067-A2E4-1B7F634D94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F06E1F-C845-4E3D-A107-E2B535785D86}"/>
              </a:ext>
            </a:extLst>
          </p:cNvPr>
          <p:cNvSpPr>
            <a:spLocks noGrp="1"/>
          </p:cNvSpPr>
          <p:nvPr>
            <p:ph type="dt" sz="half" idx="10"/>
          </p:nvPr>
        </p:nvSpPr>
        <p:spPr/>
        <p:txBody>
          <a:bodyPr/>
          <a:lstStyle/>
          <a:p>
            <a:fld id="{9388A4BF-67D0-4100-9091-1D18E552F109}" type="datetime1">
              <a:rPr lang="en-US" smtClean="0"/>
              <a:t>9/29/2021</a:t>
            </a:fld>
            <a:endParaRPr lang="en-US" dirty="0"/>
          </a:p>
        </p:txBody>
      </p:sp>
      <p:sp>
        <p:nvSpPr>
          <p:cNvPr id="5" name="Footer Placeholder 4">
            <a:extLst>
              <a:ext uri="{FF2B5EF4-FFF2-40B4-BE49-F238E27FC236}">
                <a16:creationId xmlns:a16="http://schemas.microsoft.com/office/drawing/2014/main" id="{B1B56DFD-414E-4A73-86A7-06732B885615}"/>
              </a:ext>
            </a:extLst>
          </p:cNvPr>
          <p:cNvSpPr>
            <a:spLocks noGrp="1"/>
          </p:cNvSpPr>
          <p:nvPr>
            <p:ph type="ftr" sz="quarter" idx="11"/>
          </p:nvPr>
        </p:nvSpPr>
        <p:spPr/>
        <p:txBody>
          <a:bodyPr/>
          <a:lstStyle/>
          <a:p>
            <a:r>
              <a:rPr lang="en-US" dirty="0"/>
              <a:t>Mobile Agricultural Marketing Application</a:t>
            </a:r>
          </a:p>
        </p:txBody>
      </p:sp>
      <p:sp>
        <p:nvSpPr>
          <p:cNvPr id="6" name="Slide Number Placeholder 5">
            <a:extLst>
              <a:ext uri="{FF2B5EF4-FFF2-40B4-BE49-F238E27FC236}">
                <a16:creationId xmlns:a16="http://schemas.microsoft.com/office/drawing/2014/main" id="{3CFDC702-5719-4C11-9368-E3B666645931}"/>
              </a:ext>
            </a:extLst>
          </p:cNvPr>
          <p:cNvSpPr>
            <a:spLocks noGrp="1"/>
          </p:cNvSpPr>
          <p:nvPr>
            <p:ph type="sldNum" sz="quarter" idx="12"/>
          </p:nvPr>
        </p:nvSpPr>
        <p:spPr/>
        <p:txBody>
          <a:bodyPr/>
          <a:lstStyle/>
          <a:p>
            <a:fld id="{3D129DF5-DA21-429A-AC57-BC28FFF81351}" type="slidenum">
              <a:rPr lang="en-US" smtClean="0"/>
              <a:t>‹#›</a:t>
            </a:fld>
            <a:endParaRPr lang="en-US" dirty="0"/>
          </a:p>
        </p:txBody>
      </p:sp>
    </p:spTree>
    <p:extLst>
      <p:ext uri="{BB962C8B-B14F-4D97-AF65-F5344CB8AC3E}">
        <p14:creationId xmlns:p14="http://schemas.microsoft.com/office/powerpoint/2010/main" val="38636352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02E86-C752-4410-B205-0EE1B60930F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099977-F7B3-4D80-8359-21027A6D44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04DB3D-9F1A-4249-8965-5C5BAF6E199B}"/>
              </a:ext>
            </a:extLst>
          </p:cNvPr>
          <p:cNvSpPr>
            <a:spLocks noGrp="1"/>
          </p:cNvSpPr>
          <p:nvPr>
            <p:ph type="dt" sz="half" idx="10"/>
          </p:nvPr>
        </p:nvSpPr>
        <p:spPr/>
        <p:txBody>
          <a:bodyPr/>
          <a:lstStyle/>
          <a:p>
            <a:fld id="{6C2019BD-4E17-4CF1-AFA8-803F7D85EC1F}" type="datetime1">
              <a:rPr lang="en-US" smtClean="0"/>
              <a:t>9/29/2021</a:t>
            </a:fld>
            <a:endParaRPr lang="en-US" dirty="0"/>
          </a:p>
        </p:txBody>
      </p:sp>
      <p:sp>
        <p:nvSpPr>
          <p:cNvPr id="5" name="Footer Placeholder 4">
            <a:extLst>
              <a:ext uri="{FF2B5EF4-FFF2-40B4-BE49-F238E27FC236}">
                <a16:creationId xmlns:a16="http://schemas.microsoft.com/office/drawing/2014/main" id="{5222DBEF-0179-4B8C-A92B-C32AE617C62F}"/>
              </a:ext>
            </a:extLst>
          </p:cNvPr>
          <p:cNvSpPr>
            <a:spLocks noGrp="1"/>
          </p:cNvSpPr>
          <p:nvPr>
            <p:ph type="ftr" sz="quarter" idx="11"/>
          </p:nvPr>
        </p:nvSpPr>
        <p:spPr/>
        <p:txBody>
          <a:bodyPr/>
          <a:lstStyle/>
          <a:p>
            <a:r>
              <a:rPr lang="en-US" dirty="0"/>
              <a:t>Mobile Agricultural Marketing Application</a:t>
            </a:r>
          </a:p>
        </p:txBody>
      </p:sp>
      <p:sp>
        <p:nvSpPr>
          <p:cNvPr id="6" name="Slide Number Placeholder 5">
            <a:extLst>
              <a:ext uri="{FF2B5EF4-FFF2-40B4-BE49-F238E27FC236}">
                <a16:creationId xmlns:a16="http://schemas.microsoft.com/office/drawing/2014/main" id="{7301AD7B-ACE5-40D5-9EE4-217891A62875}"/>
              </a:ext>
            </a:extLst>
          </p:cNvPr>
          <p:cNvSpPr>
            <a:spLocks noGrp="1"/>
          </p:cNvSpPr>
          <p:nvPr>
            <p:ph type="sldNum" sz="quarter" idx="12"/>
          </p:nvPr>
        </p:nvSpPr>
        <p:spPr/>
        <p:txBody>
          <a:bodyPr/>
          <a:lstStyle/>
          <a:p>
            <a:fld id="{3D129DF5-DA21-429A-AC57-BC28FFF81351}" type="slidenum">
              <a:rPr lang="en-US" smtClean="0"/>
              <a:t>‹#›</a:t>
            </a:fld>
            <a:endParaRPr lang="en-US" dirty="0"/>
          </a:p>
        </p:txBody>
      </p:sp>
    </p:spTree>
    <p:extLst>
      <p:ext uri="{BB962C8B-B14F-4D97-AF65-F5344CB8AC3E}">
        <p14:creationId xmlns:p14="http://schemas.microsoft.com/office/powerpoint/2010/main" val="1564174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60162-916F-456A-A543-AAEE9213E8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5CB2E9-7348-49B3-BA75-3EDAA59B250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E2D84A-F247-4BEB-BBEF-77DBBE9773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D8FE6C-CFB4-4B67-AF4D-9718D1BF4E21}"/>
              </a:ext>
            </a:extLst>
          </p:cNvPr>
          <p:cNvSpPr>
            <a:spLocks noGrp="1"/>
          </p:cNvSpPr>
          <p:nvPr>
            <p:ph type="dt" sz="half" idx="10"/>
          </p:nvPr>
        </p:nvSpPr>
        <p:spPr/>
        <p:txBody>
          <a:bodyPr/>
          <a:lstStyle/>
          <a:p>
            <a:fld id="{3CF2FBE7-BC65-4D30-9B1B-3FA3FA13DD06}" type="datetime1">
              <a:rPr lang="en-US" smtClean="0"/>
              <a:t>9/29/2021</a:t>
            </a:fld>
            <a:endParaRPr lang="en-US" dirty="0"/>
          </a:p>
        </p:txBody>
      </p:sp>
      <p:sp>
        <p:nvSpPr>
          <p:cNvPr id="6" name="Footer Placeholder 5">
            <a:extLst>
              <a:ext uri="{FF2B5EF4-FFF2-40B4-BE49-F238E27FC236}">
                <a16:creationId xmlns:a16="http://schemas.microsoft.com/office/drawing/2014/main" id="{3D86B593-1433-42A0-98BF-0E5000A801BF}"/>
              </a:ext>
            </a:extLst>
          </p:cNvPr>
          <p:cNvSpPr>
            <a:spLocks noGrp="1"/>
          </p:cNvSpPr>
          <p:nvPr>
            <p:ph type="ftr" sz="quarter" idx="11"/>
          </p:nvPr>
        </p:nvSpPr>
        <p:spPr/>
        <p:txBody>
          <a:bodyPr/>
          <a:lstStyle/>
          <a:p>
            <a:r>
              <a:rPr lang="en-US" dirty="0"/>
              <a:t>Mobile Agricultural Marketing Application</a:t>
            </a:r>
          </a:p>
        </p:txBody>
      </p:sp>
      <p:sp>
        <p:nvSpPr>
          <p:cNvPr id="7" name="Slide Number Placeholder 6">
            <a:extLst>
              <a:ext uri="{FF2B5EF4-FFF2-40B4-BE49-F238E27FC236}">
                <a16:creationId xmlns:a16="http://schemas.microsoft.com/office/drawing/2014/main" id="{DD06F804-8753-4420-A217-B63605952120}"/>
              </a:ext>
            </a:extLst>
          </p:cNvPr>
          <p:cNvSpPr>
            <a:spLocks noGrp="1"/>
          </p:cNvSpPr>
          <p:nvPr>
            <p:ph type="sldNum" sz="quarter" idx="12"/>
          </p:nvPr>
        </p:nvSpPr>
        <p:spPr/>
        <p:txBody>
          <a:bodyPr/>
          <a:lstStyle/>
          <a:p>
            <a:fld id="{3D129DF5-DA21-429A-AC57-BC28FFF81351}" type="slidenum">
              <a:rPr lang="en-US" smtClean="0"/>
              <a:t>‹#›</a:t>
            </a:fld>
            <a:endParaRPr lang="en-US" dirty="0"/>
          </a:p>
        </p:txBody>
      </p:sp>
    </p:spTree>
    <p:extLst>
      <p:ext uri="{BB962C8B-B14F-4D97-AF65-F5344CB8AC3E}">
        <p14:creationId xmlns:p14="http://schemas.microsoft.com/office/powerpoint/2010/main" val="1022627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83997-AFBF-4C09-8C99-A9B5305F879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1C0F2F-CFBE-4885-9D35-4C4F6FFD47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A4E027-81E0-41F8-BFE2-1A21AA3083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7A8998-A353-4370-8839-589AC7E98A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053B9A-42D1-4A7F-9301-5D80F8B36A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B238B0-B2AD-44B4-9E11-5792447E6EDC}"/>
              </a:ext>
            </a:extLst>
          </p:cNvPr>
          <p:cNvSpPr>
            <a:spLocks noGrp="1"/>
          </p:cNvSpPr>
          <p:nvPr>
            <p:ph type="dt" sz="half" idx="10"/>
          </p:nvPr>
        </p:nvSpPr>
        <p:spPr/>
        <p:txBody>
          <a:bodyPr/>
          <a:lstStyle/>
          <a:p>
            <a:fld id="{71A7DCAE-033E-4A2D-8D59-C8E4D186836F}" type="datetime1">
              <a:rPr lang="en-US" smtClean="0"/>
              <a:t>9/29/2021</a:t>
            </a:fld>
            <a:endParaRPr lang="en-US" dirty="0"/>
          </a:p>
        </p:txBody>
      </p:sp>
      <p:sp>
        <p:nvSpPr>
          <p:cNvPr id="8" name="Footer Placeholder 7">
            <a:extLst>
              <a:ext uri="{FF2B5EF4-FFF2-40B4-BE49-F238E27FC236}">
                <a16:creationId xmlns:a16="http://schemas.microsoft.com/office/drawing/2014/main" id="{55638876-E8C1-41EC-A373-3234D5982E31}"/>
              </a:ext>
            </a:extLst>
          </p:cNvPr>
          <p:cNvSpPr>
            <a:spLocks noGrp="1"/>
          </p:cNvSpPr>
          <p:nvPr>
            <p:ph type="ftr" sz="quarter" idx="11"/>
          </p:nvPr>
        </p:nvSpPr>
        <p:spPr/>
        <p:txBody>
          <a:bodyPr/>
          <a:lstStyle/>
          <a:p>
            <a:r>
              <a:rPr lang="en-US" dirty="0"/>
              <a:t>Mobile Agricultural Marketing Application</a:t>
            </a:r>
          </a:p>
        </p:txBody>
      </p:sp>
      <p:sp>
        <p:nvSpPr>
          <p:cNvPr id="9" name="Slide Number Placeholder 8">
            <a:extLst>
              <a:ext uri="{FF2B5EF4-FFF2-40B4-BE49-F238E27FC236}">
                <a16:creationId xmlns:a16="http://schemas.microsoft.com/office/drawing/2014/main" id="{2F89EE9C-10EE-4D97-A253-576B50ADDAF4}"/>
              </a:ext>
            </a:extLst>
          </p:cNvPr>
          <p:cNvSpPr>
            <a:spLocks noGrp="1"/>
          </p:cNvSpPr>
          <p:nvPr>
            <p:ph type="sldNum" sz="quarter" idx="12"/>
          </p:nvPr>
        </p:nvSpPr>
        <p:spPr/>
        <p:txBody>
          <a:bodyPr/>
          <a:lstStyle/>
          <a:p>
            <a:fld id="{3D129DF5-DA21-429A-AC57-BC28FFF81351}" type="slidenum">
              <a:rPr lang="en-US" smtClean="0"/>
              <a:t>‹#›</a:t>
            </a:fld>
            <a:endParaRPr lang="en-US" dirty="0"/>
          </a:p>
        </p:txBody>
      </p:sp>
    </p:spTree>
    <p:extLst>
      <p:ext uri="{BB962C8B-B14F-4D97-AF65-F5344CB8AC3E}">
        <p14:creationId xmlns:p14="http://schemas.microsoft.com/office/powerpoint/2010/main" val="94262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73C4F-B29E-4AF0-A4F4-DC027DA4B0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BEDC46-D851-4487-8E5E-FEAF98FC426A}"/>
              </a:ext>
            </a:extLst>
          </p:cNvPr>
          <p:cNvSpPr>
            <a:spLocks noGrp="1"/>
          </p:cNvSpPr>
          <p:nvPr>
            <p:ph type="dt" sz="half" idx="10"/>
          </p:nvPr>
        </p:nvSpPr>
        <p:spPr/>
        <p:txBody>
          <a:bodyPr/>
          <a:lstStyle/>
          <a:p>
            <a:fld id="{327D451D-3FD4-4E83-8B74-9A25F13581B8}" type="datetime1">
              <a:rPr lang="en-US" smtClean="0"/>
              <a:t>9/29/2021</a:t>
            </a:fld>
            <a:endParaRPr lang="en-US" dirty="0"/>
          </a:p>
        </p:txBody>
      </p:sp>
      <p:sp>
        <p:nvSpPr>
          <p:cNvPr id="4" name="Footer Placeholder 3">
            <a:extLst>
              <a:ext uri="{FF2B5EF4-FFF2-40B4-BE49-F238E27FC236}">
                <a16:creationId xmlns:a16="http://schemas.microsoft.com/office/drawing/2014/main" id="{819DF14E-FFC9-4A6E-A5AB-A6F03E8442D6}"/>
              </a:ext>
            </a:extLst>
          </p:cNvPr>
          <p:cNvSpPr>
            <a:spLocks noGrp="1"/>
          </p:cNvSpPr>
          <p:nvPr>
            <p:ph type="ftr" sz="quarter" idx="11"/>
          </p:nvPr>
        </p:nvSpPr>
        <p:spPr/>
        <p:txBody>
          <a:bodyPr/>
          <a:lstStyle/>
          <a:p>
            <a:r>
              <a:rPr lang="en-US" dirty="0"/>
              <a:t>Mobile Agricultural Marketing Application</a:t>
            </a:r>
          </a:p>
        </p:txBody>
      </p:sp>
      <p:sp>
        <p:nvSpPr>
          <p:cNvPr id="5" name="Slide Number Placeholder 4">
            <a:extLst>
              <a:ext uri="{FF2B5EF4-FFF2-40B4-BE49-F238E27FC236}">
                <a16:creationId xmlns:a16="http://schemas.microsoft.com/office/drawing/2014/main" id="{5C83DEF6-2AC7-44CB-B0F8-2E470C416B29}"/>
              </a:ext>
            </a:extLst>
          </p:cNvPr>
          <p:cNvSpPr>
            <a:spLocks noGrp="1"/>
          </p:cNvSpPr>
          <p:nvPr>
            <p:ph type="sldNum" sz="quarter" idx="12"/>
          </p:nvPr>
        </p:nvSpPr>
        <p:spPr/>
        <p:txBody>
          <a:bodyPr/>
          <a:lstStyle/>
          <a:p>
            <a:fld id="{3D129DF5-DA21-429A-AC57-BC28FFF81351}" type="slidenum">
              <a:rPr lang="en-US" smtClean="0"/>
              <a:t>‹#›</a:t>
            </a:fld>
            <a:endParaRPr lang="en-US" dirty="0"/>
          </a:p>
        </p:txBody>
      </p:sp>
    </p:spTree>
    <p:extLst>
      <p:ext uri="{BB962C8B-B14F-4D97-AF65-F5344CB8AC3E}">
        <p14:creationId xmlns:p14="http://schemas.microsoft.com/office/powerpoint/2010/main" val="3963690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710E7D-67DB-4378-AB9F-07172096269F}"/>
              </a:ext>
            </a:extLst>
          </p:cNvPr>
          <p:cNvSpPr>
            <a:spLocks noGrp="1"/>
          </p:cNvSpPr>
          <p:nvPr>
            <p:ph type="dt" sz="half" idx="10"/>
          </p:nvPr>
        </p:nvSpPr>
        <p:spPr/>
        <p:txBody>
          <a:bodyPr/>
          <a:lstStyle/>
          <a:p>
            <a:fld id="{60D43948-1ADA-43AB-A45C-5988CFBD689F}" type="datetime1">
              <a:rPr lang="en-US" smtClean="0"/>
              <a:t>9/29/2021</a:t>
            </a:fld>
            <a:endParaRPr lang="en-US" dirty="0"/>
          </a:p>
        </p:txBody>
      </p:sp>
      <p:sp>
        <p:nvSpPr>
          <p:cNvPr id="3" name="Footer Placeholder 2">
            <a:extLst>
              <a:ext uri="{FF2B5EF4-FFF2-40B4-BE49-F238E27FC236}">
                <a16:creationId xmlns:a16="http://schemas.microsoft.com/office/drawing/2014/main" id="{BD316A66-5FC8-40BE-B87E-BC9820516F60}"/>
              </a:ext>
            </a:extLst>
          </p:cNvPr>
          <p:cNvSpPr>
            <a:spLocks noGrp="1"/>
          </p:cNvSpPr>
          <p:nvPr>
            <p:ph type="ftr" sz="quarter" idx="11"/>
          </p:nvPr>
        </p:nvSpPr>
        <p:spPr/>
        <p:txBody>
          <a:bodyPr/>
          <a:lstStyle/>
          <a:p>
            <a:r>
              <a:rPr lang="en-US" dirty="0"/>
              <a:t>Mobile Agricultural Marketing Application</a:t>
            </a:r>
          </a:p>
        </p:txBody>
      </p:sp>
      <p:sp>
        <p:nvSpPr>
          <p:cNvPr id="4" name="Slide Number Placeholder 3">
            <a:extLst>
              <a:ext uri="{FF2B5EF4-FFF2-40B4-BE49-F238E27FC236}">
                <a16:creationId xmlns:a16="http://schemas.microsoft.com/office/drawing/2014/main" id="{3E8C91C6-EA47-426A-A910-02E03BA3E254}"/>
              </a:ext>
            </a:extLst>
          </p:cNvPr>
          <p:cNvSpPr>
            <a:spLocks noGrp="1"/>
          </p:cNvSpPr>
          <p:nvPr>
            <p:ph type="sldNum" sz="quarter" idx="12"/>
          </p:nvPr>
        </p:nvSpPr>
        <p:spPr/>
        <p:txBody>
          <a:bodyPr/>
          <a:lstStyle/>
          <a:p>
            <a:fld id="{3D129DF5-DA21-429A-AC57-BC28FFF81351}" type="slidenum">
              <a:rPr lang="en-US" smtClean="0"/>
              <a:t>‹#›</a:t>
            </a:fld>
            <a:endParaRPr lang="en-US" dirty="0"/>
          </a:p>
        </p:txBody>
      </p:sp>
    </p:spTree>
    <p:extLst>
      <p:ext uri="{BB962C8B-B14F-4D97-AF65-F5344CB8AC3E}">
        <p14:creationId xmlns:p14="http://schemas.microsoft.com/office/powerpoint/2010/main" val="25713549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15324-1041-48FE-B405-E23A73365A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3F6064-5630-4BC6-90DF-1A47A244A8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74B720F-127F-431E-9D1A-C03C950476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283E54-2F8C-484C-8E9A-3FB500088F46}"/>
              </a:ext>
            </a:extLst>
          </p:cNvPr>
          <p:cNvSpPr>
            <a:spLocks noGrp="1"/>
          </p:cNvSpPr>
          <p:nvPr>
            <p:ph type="dt" sz="half" idx="10"/>
          </p:nvPr>
        </p:nvSpPr>
        <p:spPr/>
        <p:txBody>
          <a:bodyPr/>
          <a:lstStyle/>
          <a:p>
            <a:fld id="{A08F580F-589D-4531-8A17-A9518CBCF7F7}" type="datetime1">
              <a:rPr lang="en-US" smtClean="0"/>
              <a:t>9/29/2021</a:t>
            </a:fld>
            <a:endParaRPr lang="en-US" dirty="0"/>
          </a:p>
        </p:txBody>
      </p:sp>
      <p:sp>
        <p:nvSpPr>
          <p:cNvPr id="6" name="Footer Placeholder 5">
            <a:extLst>
              <a:ext uri="{FF2B5EF4-FFF2-40B4-BE49-F238E27FC236}">
                <a16:creationId xmlns:a16="http://schemas.microsoft.com/office/drawing/2014/main" id="{2B8E4009-EE9A-49D7-AA20-796ADA72E9EB}"/>
              </a:ext>
            </a:extLst>
          </p:cNvPr>
          <p:cNvSpPr>
            <a:spLocks noGrp="1"/>
          </p:cNvSpPr>
          <p:nvPr>
            <p:ph type="ftr" sz="quarter" idx="11"/>
          </p:nvPr>
        </p:nvSpPr>
        <p:spPr/>
        <p:txBody>
          <a:bodyPr/>
          <a:lstStyle/>
          <a:p>
            <a:r>
              <a:rPr lang="en-US" dirty="0"/>
              <a:t>Mobile Agricultural Marketing Application</a:t>
            </a:r>
          </a:p>
        </p:txBody>
      </p:sp>
      <p:sp>
        <p:nvSpPr>
          <p:cNvPr id="7" name="Slide Number Placeholder 6">
            <a:extLst>
              <a:ext uri="{FF2B5EF4-FFF2-40B4-BE49-F238E27FC236}">
                <a16:creationId xmlns:a16="http://schemas.microsoft.com/office/drawing/2014/main" id="{20E7DA07-5703-4B1D-AE8F-34BBBB403F39}"/>
              </a:ext>
            </a:extLst>
          </p:cNvPr>
          <p:cNvSpPr>
            <a:spLocks noGrp="1"/>
          </p:cNvSpPr>
          <p:nvPr>
            <p:ph type="sldNum" sz="quarter" idx="12"/>
          </p:nvPr>
        </p:nvSpPr>
        <p:spPr/>
        <p:txBody>
          <a:bodyPr/>
          <a:lstStyle/>
          <a:p>
            <a:fld id="{3D129DF5-DA21-429A-AC57-BC28FFF81351}" type="slidenum">
              <a:rPr lang="en-US" smtClean="0"/>
              <a:t>‹#›</a:t>
            </a:fld>
            <a:endParaRPr lang="en-US" dirty="0"/>
          </a:p>
        </p:txBody>
      </p:sp>
    </p:spTree>
    <p:extLst>
      <p:ext uri="{BB962C8B-B14F-4D97-AF65-F5344CB8AC3E}">
        <p14:creationId xmlns:p14="http://schemas.microsoft.com/office/powerpoint/2010/main" val="1994200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2DCE3-0CBD-432D-B736-4AFC086BFA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AF79AC-D084-42E1-822A-054B7D3F61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5113D2EC-6310-4066-A03E-D9F19D40B4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4E974C-2965-452E-A0C1-661F1EB66E4C}"/>
              </a:ext>
            </a:extLst>
          </p:cNvPr>
          <p:cNvSpPr>
            <a:spLocks noGrp="1"/>
          </p:cNvSpPr>
          <p:nvPr>
            <p:ph type="dt" sz="half" idx="10"/>
          </p:nvPr>
        </p:nvSpPr>
        <p:spPr/>
        <p:txBody>
          <a:bodyPr/>
          <a:lstStyle/>
          <a:p>
            <a:fld id="{20876036-A8B7-433C-BA1F-EED02992AD0A}" type="datetime1">
              <a:rPr lang="en-US" smtClean="0"/>
              <a:t>9/29/2021</a:t>
            </a:fld>
            <a:endParaRPr lang="en-US" dirty="0"/>
          </a:p>
        </p:txBody>
      </p:sp>
      <p:sp>
        <p:nvSpPr>
          <p:cNvPr id="6" name="Footer Placeholder 5">
            <a:extLst>
              <a:ext uri="{FF2B5EF4-FFF2-40B4-BE49-F238E27FC236}">
                <a16:creationId xmlns:a16="http://schemas.microsoft.com/office/drawing/2014/main" id="{146050D5-E31B-473C-AFDD-BFCEB9F10821}"/>
              </a:ext>
            </a:extLst>
          </p:cNvPr>
          <p:cNvSpPr>
            <a:spLocks noGrp="1"/>
          </p:cNvSpPr>
          <p:nvPr>
            <p:ph type="ftr" sz="quarter" idx="11"/>
          </p:nvPr>
        </p:nvSpPr>
        <p:spPr/>
        <p:txBody>
          <a:bodyPr/>
          <a:lstStyle/>
          <a:p>
            <a:r>
              <a:rPr lang="en-US" dirty="0"/>
              <a:t>Mobile Agricultural Marketing Application</a:t>
            </a:r>
          </a:p>
        </p:txBody>
      </p:sp>
      <p:sp>
        <p:nvSpPr>
          <p:cNvPr id="7" name="Slide Number Placeholder 6">
            <a:extLst>
              <a:ext uri="{FF2B5EF4-FFF2-40B4-BE49-F238E27FC236}">
                <a16:creationId xmlns:a16="http://schemas.microsoft.com/office/drawing/2014/main" id="{86B6AAB0-24F1-4D6E-AF97-5E0F9DC66E96}"/>
              </a:ext>
            </a:extLst>
          </p:cNvPr>
          <p:cNvSpPr>
            <a:spLocks noGrp="1"/>
          </p:cNvSpPr>
          <p:nvPr>
            <p:ph type="sldNum" sz="quarter" idx="12"/>
          </p:nvPr>
        </p:nvSpPr>
        <p:spPr/>
        <p:txBody>
          <a:bodyPr/>
          <a:lstStyle/>
          <a:p>
            <a:fld id="{3D129DF5-DA21-429A-AC57-BC28FFF81351}" type="slidenum">
              <a:rPr lang="en-US" smtClean="0"/>
              <a:t>‹#›</a:t>
            </a:fld>
            <a:endParaRPr lang="en-US" dirty="0"/>
          </a:p>
        </p:txBody>
      </p:sp>
    </p:spTree>
    <p:extLst>
      <p:ext uri="{BB962C8B-B14F-4D97-AF65-F5344CB8AC3E}">
        <p14:creationId xmlns:p14="http://schemas.microsoft.com/office/powerpoint/2010/main" val="2728707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6464B-013F-41DF-A420-84E6E88083E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0219D79-1822-4263-9B7F-0928A9DF39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7D2B61-A101-42A8-ACE4-D9755B9992DD}"/>
              </a:ext>
            </a:extLst>
          </p:cNvPr>
          <p:cNvSpPr>
            <a:spLocks noGrp="1"/>
          </p:cNvSpPr>
          <p:nvPr>
            <p:ph type="dt" sz="half" idx="10"/>
          </p:nvPr>
        </p:nvSpPr>
        <p:spPr/>
        <p:txBody>
          <a:bodyPr/>
          <a:lstStyle/>
          <a:p>
            <a:fld id="{19E11492-858A-49C4-AB35-F7F94FD4D194}" type="datetime1">
              <a:rPr lang="en-US" smtClean="0"/>
              <a:t>9/29/2021</a:t>
            </a:fld>
            <a:endParaRPr lang="en-US" dirty="0"/>
          </a:p>
        </p:txBody>
      </p:sp>
      <p:sp>
        <p:nvSpPr>
          <p:cNvPr id="5" name="Footer Placeholder 4">
            <a:extLst>
              <a:ext uri="{FF2B5EF4-FFF2-40B4-BE49-F238E27FC236}">
                <a16:creationId xmlns:a16="http://schemas.microsoft.com/office/drawing/2014/main" id="{EB517881-B572-463E-A9FC-3DFA283D6328}"/>
              </a:ext>
            </a:extLst>
          </p:cNvPr>
          <p:cNvSpPr>
            <a:spLocks noGrp="1"/>
          </p:cNvSpPr>
          <p:nvPr>
            <p:ph type="ftr" sz="quarter" idx="11"/>
          </p:nvPr>
        </p:nvSpPr>
        <p:spPr/>
        <p:txBody>
          <a:bodyPr/>
          <a:lstStyle/>
          <a:p>
            <a:r>
              <a:rPr lang="en-US" dirty="0"/>
              <a:t>Mobile Agricultural Marketing Application</a:t>
            </a:r>
          </a:p>
        </p:txBody>
      </p:sp>
      <p:sp>
        <p:nvSpPr>
          <p:cNvPr id="6" name="Slide Number Placeholder 5">
            <a:extLst>
              <a:ext uri="{FF2B5EF4-FFF2-40B4-BE49-F238E27FC236}">
                <a16:creationId xmlns:a16="http://schemas.microsoft.com/office/drawing/2014/main" id="{D7BE9EF5-308E-49AA-8E54-117E03342D30}"/>
              </a:ext>
            </a:extLst>
          </p:cNvPr>
          <p:cNvSpPr>
            <a:spLocks noGrp="1"/>
          </p:cNvSpPr>
          <p:nvPr>
            <p:ph type="sldNum" sz="quarter" idx="12"/>
          </p:nvPr>
        </p:nvSpPr>
        <p:spPr/>
        <p:txBody>
          <a:bodyPr/>
          <a:lstStyle/>
          <a:p>
            <a:fld id="{3D129DF5-DA21-429A-AC57-BC28FFF81351}" type="slidenum">
              <a:rPr lang="en-US" smtClean="0"/>
              <a:t>‹#›</a:t>
            </a:fld>
            <a:endParaRPr lang="en-US" dirty="0"/>
          </a:p>
        </p:txBody>
      </p:sp>
    </p:spTree>
    <p:extLst>
      <p:ext uri="{BB962C8B-B14F-4D97-AF65-F5344CB8AC3E}">
        <p14:creationId xmlns:p14="http://schemas.microsoft.com/office/powerpoint/2010/main" val="3741247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DFEF89-9FDF-4F9F-A62D-9E6CD32000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4D45AB1-4B24-492B-A637-FE86046DEF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B6F394-EAE9-4549-8647-F44F6AAF09B3}"/>
              </a:ext>
            </a:extLst>
          </p:cNvPr>
          <p:cNvSpPr>
            <a:spLocks noGrp="1"/>
          </p:cNvSpPr>
          <p:nvPr>
            <p:ph type="dt" sz="half" idx="10"/>
          </p:nvPr>
        </p:nvSpPr>
        <p:spPr/>
        <p:txBody>
          <a:bodyPr/>
          <a:lstStyle/>
          <a:p>
            <a:fld id="{CE2A7EA2-1085-46EA-92DE-1F6AED302DCB}" type="datetime1">
              <a:rPr lang="en-US" smtClean="0"/>
              <a:t>9/29/2021</a:t>
            </a:fld>
            <a:endParaRPr lang="en-US" dirty="0"/>
          </a:p>
        </p:txBody>
      </p:sp>
      <p:sp>
        <p:nvSpPr>
          <p:cNvPr id="5" name="Footer Placeholder 4">
            <a:extLst>
              <a:ext uri="{FF2B5EF4-FFF2-40B4-BE49-F238E27FC236}">
                <a16:creationId xmlns:a16="http://schemas.microsoft.com/office/drawing/2014/main" id="{96F69FDB-B52C-4379-8E9C-949D7B7F49ED}"/>
              </a:ext>
            </a:extLst>
          </p:cNvPr>
          <p:cNvSpPr>
            <a:spLocks noGrp="1"/>
          </p:cNvSpPr>
          <p:nvPr>
            <p:ph type="ftr" sz="quarter" idx="11"/>
          </p:nvPr>
        </p:nvSpPr>
        <p:spPr/>
        <p:txBody>
          <a:bodyPr/>
          <a:lstStyle/>
          <a:p>
            <a:r>
              <a:rPr lang="en-US" dirty="0"/>
              <a:t>Mobile Agricultural Marketing Application</a:t>
            </a:r>
          </a:p>
        </p:txBody>
      </p:sp>
      <p:sp>
        <p:nvSpPr>
          <p:cNvPr id="6" name="Slide Number Placeholder 5">
            <a:extLst>
              <a:ext uri="{FF2B5EF4-FFF2-40B4-BE49-F238E27FC236}">
                <a16:creationId xmlns:a16="http://schemas.microsoft.com/office/drawing/2014/main" id="{A1A4F61E-5955-4476-B59E-FDE3C72B4C03}"/>
              </a:ext>
            </a:extLst>
          </p:cNvPr>
          <p:cNvSpPr>
            <a:spLocks noGrp="1"/>
          </p:cNvSpPr>
          <p:nvPr>
            <p:ph type="sldNum" sz="quarter" idx="12"/>
          </p:nvPr>
        </p:nvSpPr>
        <p:spPr/>
        <p:txBody>
          <a:bodyPr/>
          <a:lstStyle/>
          <a:p>
            <a:fld id="{3D129DF5-DA21-429A-AC57-BC28FFF81351}" type="slidenum">
              <a:rPr lang="en-US" smtClean="0"/>
              <a:t>‹#›</a:t>
            </a:fld>
            <a:endParaRPr lang="en-US" dirty="0"/>
          </a:p>
        </p:txBody>
      </p:sp>
    </p:spTree>
    <p:extLst>
      <p:ext uri="{BB962C8B-B14F-4D97-AF65-F5344CB8AC3E}">
        <p14:creationId xmlns:p14="http://schemas.microsoft.com/office/powerpoint/2010/main" val="3533790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DE7D34-226D-4DA6-9EC2-3370EDE74C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742ED97-AA97-4314-8832-A4584B9B68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67C3BB-47EA-4DC1-B45A-85C3B024BA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B70B7F-B555-4255-94AC-E02AB1B6FA5F}" type="datetime1">
              <a:rPr lang="en-US" smtClean="0"/>
              <a:t>9/29/2021</a:t>
            </a:fld>
            <a:endParaRPr lang="en-US" dirty="0"/>
          </a:p>
        </p:txBody>
      </p:sp>
      <p:sp>
        <p:nvSpPr>
          <p:cNvPr id="5" name="Footer Placeholder 4">
            <a:extLst>
              <a:ext uri="{FF2B5EF4-FFF2-40B4-BE49-F238E27FC236}">
                <a16:creationId xmlns:a16="http://schemas.microsoft.com/office/drawing/2014/main" id="{539F11B4-BEE4-4981-8E9D-F87BC59651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Mobile Agricultural Marketing Application</a:t>
            </a:r>
          </a:p>
        </p:txBody>
      </p:sp>
      <p:sp>
        <p:nvSpPr>
          <p:cNvPr id="6" name="Slide Number Placeholder 5">
            <a:extLst>
              <a:ext uri="{FF2B5EF4-FFF2-40B4-BE49-F238E27FC236}">
                <a16:creationId xmlns:a16="http://schemas.microsoft.com/office/drawing/2014/main" id="{BEE339CA-029F-4398-A9F3-82E9FAF620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129DF5-DA21-429A-AC57-BC28FFF81351}" type="slidenum">
              <a:rPr lang="en-US" smtClean="0"/>
              <a:t>‹#›</a:t>
            </a:fld>
            <a:endParaRPr lang="en-US" dirty="0"/>
          </a:p>
        </p:txBody>
      </p:sp>
    </p:spTree>
    <p:extLst>
      <p:ext uri="{BB962C8B-B14F-4D97-AF65-F5344CB8AC3E}">
        <p14:creationId xmlns:p14="http://schemas.microsoft.com/office/powerpoint/2010/main" val="839022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7" Type="http://schemas.openxmlformats.org/officeDocument/2006/relationships/image" Target="../media/image3.emf"/><Relationship Id="rId2" Type="http://schemas.openxmlformats.org/officeDocument/2006/relationships/package" Target="../embeddings/Microsoft_Visio_Drawing.vsdx"/><Relationship Id="rId1" Type="http://schemas.openxmlformats.org/officeDocument/2006/relationships/slideLayout" Target="../slideLayouts/slideLayout2.xml"/><Relationship Id="rId6" Type="http://schemas.openxmlformats.org/officeDocument/2006/relationships/package" Target="../embeddings/Microsoft_Visio_Drawing2.vsdx"/><Relationship Id="rId5" Type="http://schemas.openxmlformats.org/officeDocument/2006/relationships/image" Target="../media/image2.emf"/><Relationship Id="rId4" Type="http://schemas.openxmlformats.org/officeDocument/2006/relationships/package" Target="../embeddings/Microsoft_Visio_Drawing1.vsdx"/></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1D186-2115-4DD7-B5C3-998F95073E24}"/>
              </a:ext>
            </a:extLst>
          </p:cNvPr>
          <p:cNvSpPr>
            <a:spLocks noGrp="1"/>
          </p:cNvSpPr>
          <p:nvPr>
            <p:ph type="ctrTitle"/>
          </p:nvPr>
        </p:nvSpPr>
        <p:spPr>
          <a:xfrm>
            <a:off x="1524000" y="372980"/>
            <a:ext cx="9144000" cy="1828799"/>
          </a:xfrm>
        </p:spPr>
        <p:txBody>
          <a:bodyPr>
            <a:noAutofit/>
          </a:bodyPr>
          <a:lstStyle/>
          <a:p>
            <a:pPr marL="0" marR="0" algn="ctr">
              <a:lnSpc>
                <a:spcPct val="150000"/>
              </a:lnSpc>
              <a:spcBef>
                <a:spcPts val="0"/>
              </a:spcBef>
              <a:spcAft>
                <a:spcPts val="800"/>
              </a:spcAft>
            </a:pPr>
            <a:r>
              <a:rPr lang="en-US" sz="2000" b="1" dirty="0">
                <a:effectLst/>
                <a:latin typeface="Verdana" panose="020B0604030504040204" pitchFamily="34" charset="0"/>
                <a:ea typeface="Verdana" panose="020B0604030504040204" pitchFamily="34" charset="0"/>
                <a:cs typeface="Times New Roman" panose="02020603050405020304" pitchFamily="18" charset="0"/>
              </a:rPr>
              <a:t>UNIVERSITY OF ENERGY AND NATURAL RESOURCES SUNYANI</a:t>
            </a:r>
            <a:br>
              <a:rPr lang="en-US" sz="2000" dirty="0">
                <a:effectLst/>
                <a:latin typeface="Verdana" panose="020B0604030504040204" pitchFamily="34" charset="0"/>
                <a:ea typeface="Verdana" panose="020B0604030504040204" pitchFamily="34" charset="0"/>
                <a:cs typeface="Times New Roman" panose="02020603050405020304" pitchFamily="18" charset="0"/>
              </a:rPr>
            </a:br>
            <a:r>
              <a:rPr lang="en-US" sz="2000" b="1" dirty="0">
                <a:effectLst/>
                <a:latin typeface="Verdana" panose="020B0604030504040204" pitchFamily="34" charset="0"/>
                <a:ea typeface="Verdana" panose="020B0604030504040204" pitchFamily="34" charset="0"/>
                <a:cs typeface="Times New Roman" panose="02020603050405020304" pitchFamily="18" charset="0"/>
              </a:rPr>
              <a:t>DEPARTMENT OF COMPUTER SCIENCE AND INFORMATICS</a:t>
            </a:r>
            <a:br>
              <a:rPr lang="en-US" sz="2000" dirty="0">
                <a:effectLst/>
                <a:latin typeface="Verdana" panose="020B0604030504040204" pitchFamily="34" charset="0"/>
                <a:ea typeface="Verdana" panose="020B0604030504040204" pitchFamily="34" charset="0"/>
                <a:cs typeface="Times New Roman" panose="02020603050405020304" pitchFamily="18" charset="0"/>
              </a:rPr>
            </a:br>
            <a:r>
              <a:rPr lang="en-US" sz="2000" b="1" dirty="0">
                <a:effectLst/>
                <a:latin typeface="Verdana" panose="020B0604030504040204" pitchFamily="34" charset="0"/>
                <a:ea typeface="Verdana" panose="020B0604030504040204" pitchFamily="34" charset="0"/>
                <a:cs typeface="Times New Roman" panose="02020603050405020304" pitchFamily="18" charset="0"/>
              </a:rPr>
              <a:t>BSc. COMPUTER SCIENCE</a:t>
            </a:r>
            <a:br>
              <a:rPr lang="en-US" sz="2000" dirty="0">
                <a:effectLst/>
                <a:latin typeface="Verdana" panose="020B0604030504040204" pitchFamily="34" charset="0"/>
                <a:ea typeface="Verdana" panose="020B0604030504040204" pitchFamily="34" charset="0"/>
                <a:cs typeface="Times New Roman" panose="02020603050405020304" pitchFamily="18" charset="0"/>
              </a:rPr>
            </a:br>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3" name="Subtitle 2">
            <a:extLst>
              <a:ext uri="{FF2B5EF4-FFF2-40B4-BE49-F238E27FC236}">
                <a16:creationId xmlns:a16="http://schemas.microsoft.com/office/drawing/2014/main" id="{9CC390D1-DE79-46AB-B1DE-6A44D1914F5C}"/>
              </a:ext>
            </a:extLst>
          </p:cNvPr>
          <p:cNvSpPr>
            <a:spLocks noGrp="1"/>
          </p:cNvSpPr>
          <p:nvPr>
            <p:ph type="subTitle" idx="1"/>
          </p:nvPr>
        </p:nvSpPr>
        <p:spPr>
          <a:xfrm>
            <a:off x="1524000" y="2306837"/>
            <a:ext cx="9144000" cy="3944454"/>
          </a:xfrm>
        </p:spPr>
        <p:txBody>
          <a:bodyPr>
            <a:noAutofit/>
          </a:bodyPr>
          <a:lstStyle/>
          <a:p>
            <a:pPr>
              <a:lnSpc>
                <a:spcPct val="150000"/>
              </a:lnSpc>
            </a:pPr>
            <a:r>
              <a:rPr lang="en-US" sz="2000" b="1" dirty="0">
                <a:effectLst/>
                <a:latin typeface="Verdana" panose="020B0604030504040204" pitchFamily="34" charset="0"/>
                <a:ea typeface="Verdana" panose="020B0604030504040204" pitchFamily="34" charset="0"/>
                <a:cs typeface="Times New Roman" panose="02020603050405020304" pitchFamily="18" charset="0"/>
              </a:rPr>
              <a:t>PROJECT TOPIC:</a:t>
            </a:r>
            <a:br>
              <a:rPr lang="en-US" sz="2000" dirty="0">
                <a:effectLst/>
                <a:latin typeface="Verdana" panose="020B0604030504040204" pitchFamily="34" charset="0"/>
                <a:ea typeface="Verdana" panose="020B0604030504040204" pitchFamily="34" charset="0"/>
                <a:cs typeface="Times New Roman" panose="02020603050405020304" pitchFamily="18" charset="0"/>
              </a:rPr>
            </a:br>
            <a:r>
              <a:rPr lang="en-US" sz="2000" kern="0" dirty="0">
                <a:solidFill>
                  <a:srgbClr val="000000"/>
                </a:solidFill>
                <a:effectLst/>
                <a:latin typeface="Verdana" panose="020B0604030504040204" pitchFamily="34" charset="0"/>
                <a:ea typeface="Verdana" panose="020B0604030504040204" pitchFamily="34" charset="0"/>
              </a:rPr>
              <a:t>Design and implementation of a </a:t>
            </a:r>
            <a:r>
              <a:rPr lang="en-US" sz="2000" kern="0" dirty="0">
                <a:solidFill>
                  <a:srgbClr val="000000"/>
                </a:solidFill>
                <a:latin typeface="Verdana" panose="020B0604030504040204" pitchFamily="34" charset="0"/>
                <a:ea typeface="Verdana" panose="020B0604030504040204" pitchFamily="34" charset="0"/>
              </a:rPr>
              <a:t>web</a:t>
            </a:r>
            <a:r>
              <a:rPr lang="en-US" sz="2000" kern="0" dirty="0">
                <a:solidFill>
                  <a:srgbClr val="000000"/>
                </a:solidFill>
                <a:effectLst/>
                <a:latin typeface="Verdana" panose="020B0604030504040204" pitchFamily="34" charset="0"/>
                <a:ea typeface="Verdana" panose="020B0604030504040204" pitchFamily="34" charset="0"/>
              </a:rPr>
              <a:t> application for agricultural marketing  (a case study of farmers within Bibiani Anhwiaso Bekwai (B.A.B). Municipal assembly)</a:t>
            </a:r>
          </a:p>
          <a:p>
            <a:pPr>
              <a:lnSpc>
                <a:spcPct val="150000"/>
              </a:lnSpc>
            </a:pPr>
            <a:r>
              <a:rPr lang="en-US" sz="2000" kern="0" dirty="0">
                <a:solidFill>
                  <a:srgbClr val="000000"/>
                </a:solidFill>
                <a:latin typeface="Verdana" panose="020B0604030504040204" pitchFamily="34" charset="0"/>
                <a:ea typeface="Verdana" panose="020B0604030504040204" pitchFamily="34" charset="0"/>
              </a:rPr>
              <a:t>By:</a:t>
            </a:r>
          </a:p>
          <a:p>
            <a:pPr>
              <a:lnSpc>
                <a:spcPct val="150000"/>
              </a:lnSpc>
            </a:pPr>
            <a:r>
              <a:rPr lang="en-US" sz="2000" kern="0" dirty="0">
                <a:solidFill>
                  <a:srgbClr val="000000"/>
                </a:solidFill>
                <a:latin typeface="Verdana" panose="020B0604030504040204" pitchFamily="34" charset="0"/>
                <a:ea typeface="Verdana" panose="020B0604030504040204" pitchFamily="34" charset="0"/>
              </a:rPr>
              <a:t>ASANTE RICHMOND	AND	SAGOE BRIGHT MARCUS </a:t>
            </a:r>
          </a:p>
          <a:p>
            <a:pPr>
              <a:lnSpc>
                <a:spcPct val="150000"/>
              </a:lnSpc>
            </a:pPr>
            <a:r>
              <a:rPr lang="en-US" sz="2000" kern="0" dirty="0">
                <a:solidFill>
                  <a:srgbClr val="000000"/>
                </a:solidFill>
                <a:latin typeface="Verdana" panose="020B0604030504040204" pitchFamily="34" charset="0"/>
                <a:ea typeface="Verdana" panose="020B0604030504040204" pitchFamily="34" charset="0"/>
              </a:rPr>
              <a:t>UEB3509819			UE20035117</a:t>
            </a:r>
            <a:endParaRPr lang="en-US" sz="2000" kern="0" dirty="0">
              <a:solidFill>
                <a:srgbClr val="000000"/>
              </a:solidFill>
              <a:effectLst/>
              <a:latin typeface="Verdana" panose="020B0604030504040204" pitchFamily="34" charset="0"/>
              <a:ea typeface="Verdana" panose="020B0604030504040204" pitchFamily="34" charset="0"/>
            </a:endParaRPr>
          </a:p>
          <a:p>
            <a:pPr>
              <a:lnSpc>
                <a:spcPct val="200000"/>
              </a:lnSpc>
            </a:pPr>
            <a:endParaRPr lang="en-US" sz="1800" dirty="0">
              <a:latin typeface="Verdana" panose="020B0604030504040204" pitchFamily="34" charset="0"/>
              <a:ea typeface="Verdana" panose="020B0604030504040204" pitchFamily="34" charset="0"/>
            </a:endParaRPr>
          </a:p>
        </p:txBody>
      </p:sp>
      <p:sp>
        <p:nvSpPr>
          <p:cNvPr id="4" name="Date Placeholder 3">
            <a:extLst>
              <a:ext uri="{FF2B5EF4-FFF2-40B4-BE49-F238E27FC236}">
                <a16:creationId xmlns:a16="http://schemas.microsoft.com/office/drawing/2014/main" id="{58140C42-3736-492A-9007-2BC9003E9B83}"/>
              </a:ext>
            </a:extLst>
          </p:cNvPr>
          <p:cNvSpPr>
            <a:spLocks noGrp="1"/>
          </p:cNvSpPr>
          <p:nvPr>
            <p:ph type="dt" sz="half" idx="10"/>
          </p:nvPr>
        </p:nvSpPr>
        <p:spPr/>
        <p:txBody>
          <a:bodyPr/>
          <a:lstStyle/>
          <a:p>
            <a:fld id="{D71A4598-8F6F-40D0-96BE-AB0F7EA45C1E}" type="datetime1">
              <a:rPr lang="en-US" smtClean="0"/>
              <a:t>9/29/2021</a:t>
            </a:fld>
            <a:endParaRPr lang="en-US" dirty="0"/>
          </a:p>
        </p:txBody>
      </p:sp>
      <p:sp>
        <p:nvSpPr>
          <p:cNvPr id="5" name="Footer Placeholder 4">
            <a:extLst>
              <a:ext uri="{FF2B5EF4-FFF2-40B4-BE49-F238E27FC236}">
                <a16:creationId xmlns:a16="http://schemas.microsoft.com/office/drawing/2014/main" id="{6D5F057C-D435-4F81-98FD-A5DC5E1673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35C8090-9EDF-4B60-82ED-644B7313F67F}"/>
              </a:ext>
            </a:extLst>
          </p:cNvPr>
          <p:cNvSpPr>
            <a:spLocks noGrp="1"/>
          </p:cNvSpPr>
          <p:nvPr>
            <p:ph type="sldNum" sz="quarter" idx="12"/>
          </p:nvPr>
        </p:nvSpPr>
        <p:spPr/>
        <p:txBody>
          <a:bodyPr/>
          <a:lstStyle/>
          <a:p>
            <a:fld id="{3D129DF5-DA21-429A-AC57-BC28FFF81351}" type="slidenum">
              <a:rPr lang="en-US" smtClean="0"/>
              <a:t>1</a:t>
            </a:fld>
            <a:endParaRPr lang="en-US" dirty="0"/>
          </a:p>
        </p:txBody>
      </p:sp>
    </p:spTree>
    <p:extLst>
      <p:ext uri="{BB962C8B-B14F-4D97-AF65-F5344CB8AC3E}">
        <p14:creationId xmlns:p14="http://schemas.microsoft.com/office/powerpoint/2010/main" val="121682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57DE8-B721-4155-997C-9269EF43B72D}"/>
              </a:ext>
            </a:extLst>
          </p:cNvPr>
          <p:cNvSpPr>
            <a:spLocks noGrp="1"/>
          </p:cNvSpPr>
          <p:nvPr>
            <p:ph type="title"/>
          </p:nvPr>
        </p:nvSpPr>
        <p:spPr/>
        <p:txBody>
          <a:bodyPr>
            <a:normAutofit/>
          </a:bodyPr>
          <a:lstStyle/>
          <a:p>
            <a:r>
              <a:rPr lang="en-US" sz="2600" b="1" dirty="0">
                <a:latin typeface="Verdana" panose="020B0604030504040204" pitchFamily="34" charset="0"/>
                <a:ea typeface="Verdana" panose="020B0604030504040204" pitchFamily="34" charset="0"/>
              </a:rPr>
              <a:t>Introduction</a:t>
            </a:r>
          </a:p>
        </p:txBody>
      </p:sp>
      <p:sp>
        <p:nvSpPr>
          <p:cNvPr id="3" name="Content Placeholder 2">
            <a:extLst>
              <a:ext uri="{FF2B5EF4-FFF2-40B4-BE49-F238E27FC236}">
                <a16:creationId xmlns:a16="http://schemas.microsoft.com/office/drawing/2014/main" id="{D7F50C9D-83D6-45D6-B8F1-E535F34E5558}"/>
              </a:ext>
            </a:extLst>
          </p:cNvPr>
          <p:cNvSpPr>
            <a:spLocks noGrp="1"/>
          </p:cNvSpPr>
          <p:nvPr>
            <p:ph idx="1"/>
          </p:nvPr>
        </p:nvSpPr>
        <p:spPr/>
        <p:txBody>
          <a:bodyPr>
            <a:noAutofit/>
          </a:bodyPr>
          <a:lstStyle/>
          <a:p>
            <a:pPr algn="just">
              <a:lnSpc>
                <a:spcPct val="150000"/>
              </a:lnSpc>
            </a:pPr>
            <a:r>
              <a:rPr lang="en-US" sz="2400" dirty="0">
                <a:effectLst/>
                <a:latin typeface="Verdana" panose="020B0604030504040204" pitchFamily="34" charset="0"/>
                <a:ea typeface="Verdana" panose="020B0604030504040204" pitchFamily="34" charset="0"/>
              </a:rPr>
              <a:t>Agricultural marketing incorporates all exercises which adds value to agricultural products as they move from zones of agrarian generation to extreme consumption points</a:t>
            </a:r>
          </a:p>
          <a:p>
            <a:pPr algn="just">
              <a:lnSpc>
                <a:spcPct val="150000"/>
              </a:lnSpc>
            </a:pPr>
            <a:r>
              <a:rPr lang="en-US" sz="2400" dirty="0">
                <a:effectLst/>
                <a:latin typeface="Verdana" panose="020B0604030504040204" pitchFamily="34" charset="0"/>
                <a:ea typeface="Verdana" panose="020B0604030504040204" pitchFamily="34" charset="0"/>
              </a:rPr>
              <a:t>A successful and effective marketing framework guarantees fair returns to partners but unfortunately small consideration is paid to this segment in Bibiani-Anhwiaso-Bekwai (BAB) Municipality </a:t>
            </a:r>
            <a:endParaRPr lang="en-US" sz="2400" dirty="0">
              <a:latin typeface="Verdana" panose="020B0604030504040204" pitchFamily="34" charset="0"/>
              <a:ea typeface="Verdana" panose="020B0604030504040204" pitchFamily="34" charset="0"/>
            </a:endParaRPr>
          </a:p>
        </p:txBody>
      </p:sp>
      <p:sp>
        <p:nvSpPr>
          <p:cNvPr id="4" name="Date Placeholder 3">
            <a:extLst>
              <a:ext uri="{FF2B5EF4-FFF2-40B4-BE49-F238E27FC236}">
                <a16:creationId xmlns:a16="http://schemas.microsoft.com/office/drawing/2014/main" id="{6C88148D-BB1F-4CB9-B10A-DE46EAA5AC36}"/>
              </a:ext>
            </a:extLst>
          </p:cNvPr>
          <p:cNvSpPr>
            <a:spLocks noGrp="1"/>
          </p:cNvSpPr>
          <p:nvPr>
            <p:ph type="dt" sz="half" idx="10"/>
          </p:nvPr>
        </p:nvSpPr>
        <p:spPr/>
        <p:txBody>
          <a:bodyPr/>
          <a:lstStyle/>
          <a:p>
            <a:fld id="{179F75F2-E571-4FBD-90A8-AB1FFBCC6FEE}" type="datetime1">
              <a:rPr lang="en-US" smtClean="0"/>
              <a:t>9/29/2021</a:t>
            </a:fld>
            <a:endParaRPr lang="en-US" dirty="0"/>
          </a:p>
        </p:txBody>
      </p:sp>
      <p:sp>
        <p:nvSpPr>
          <p:cNvPr id="5" name="Footer Placeholder 4">
            <a:extLst>
              <a:ext uri="{FF2B5EF4-FFF2-40B4-BE49-F238E27FC236}">
                <a16:creationId xmlns:a16="http://schemas.microsoft.com/office/drawing/2014/main" id="{86B70688-A596-4DB9-BB56-1E84DE234F8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01BFE53-B8F1-4E70-8BDF-0068CA36DF7B}"/>
              </a:ext>
            </a:extLst>
          </p:cNvPr>
          <p:cNvSpPr>
            <a:spLocks noGrp="1"/>
          </p:cNvSpPr>
          <p:nvPr>
            <p:ph type="sldNum" sz="quarter" idx="12"/>
          </p:nvPr>
        </p:nvSpPr>
        <p:spPr/>
        <p:txBody>
          <a:bodyPr/>
          <a:lstStyle/>
          <a:p>
            <a:fld id="{3D129DF5-DA21-429A-AC57-BC28FFF81351}" type="slidenum">
              <a:rPr lang="en-US" smtClean="0"/>
              <a:t>2</a:t>
            </a:fld>
            <a:endParaRPr lang="en-US" dirty="0"/>
          </a:p>
        </p:txBody>
      </p:sp>
    </p:spTree>
    <p:extLst>
      <p:ext uri="{BB962C8B-B14F-4D97-AF65-F5344CB8AC3E}">
        <p14:creationId xmlns:p14="http://schemas.microsoft.com/office/powerpoint/2010/main" val="409455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57DE8-B721-4155-997C-9269EF43B72D}"/>
              </a:ext>
            </a:extLst>
          </p:cNvPr>
          <p:cNvSpPr>
            <a:spLocks noGrp="1"/>
          </p:cNvSpPr>
          <p:nvPr>
            <p:ph type="title"/>
          </p:nvPr>
        </p:nvSpPr>
        <p:spPr/>
        <p:txBody>
          <a:bodyPr>
            <a:normAutofit/>
          </a:bodyPr>
          <a:lstStyle/>
          <a:p>
            <a:r>
              <a:rPr lang="en-US" sz="2600" b="1" dirty="0">
                <a:latin typeface="Verdana" panose="020B0604030504040204" pitchFamily="34" charset="0"/>
                <a:ea typeface="Verdana" panose="020B0604030504040204" pitchFamily="34" charset="0"/>
              </a:rPr>
              <a:t>Problem Statement</a:t>
            </a:r>
          </a:p>
        </p:txBody>
      </p:sp>
      <p:sp>
        <p:nvSpPr>
          <p:cNvPr id="3" name="Content Placeholder 2">
            <a:extLst>
              <a:ext uri="{FF2B5EF4-FFF2-40B4-BE49-F238E27FC236}">
                <a16:creationId xmlns:a16="http://schemas.microsoft.com/office/drawing/2014/main" id="{D7F50C9D-83D6-45D6-B8F1-E535F34E5558}"/>
              </a:ext>
            </a:extLst>
          </p:cNvPr>
          <p:cNvSpPr>
            <a:spLocks noGrp="1"/>
          </p:cNvSpPr>
          <p:nvPr>
            <p:ph idx="1"/>
          </p:nvPr>
        </p:nvSpPr>
        <p:spPr/>
        <p:txBody>
          <a:bodyPr>
            <a:noAutofit/>
          </a:bodyPr>
          <a:lstStyle/>
          <a:p>
            <a:pPr algn="just">
              <a:lnSpc>
                <a:spcPct val="200000"/>
              </a:lnSpc>
            </a:pPr>
            <a:r>
              <a:rPr lang="en-US" sz="2400" dirty="0">
                <a:effectLst/>
                <a:latin typeface="Verdana" panose="020B0604030504040204" pitchFamily="34" charset="0"/>
                <a:ea typeface="Verdana" panose="020B0604030504040204" pitchFamily="34" charset="0"/>
              </a:rPr>
              <a:t>The farmers in the B.A.B </a:t>
            </a:r>
            <a:r>
              <a:rPr lang="en-US" sz="2400" dirty="0">
                <a:latin typeface="Verdana" panose="020B0604030504040204" pitchFamily="34" charset="0"/>
                <a:ea typeface="Verdana" panose="020B0604030504040204" pitchFamily="34" charset="0"/>
              </a:rPr>
              <a:t>M</a:t>
            </a:r>
            <a:r>
              <a:rPr lang="en-US" sz="2400" dirty="0">
                <a:effectLst/>
                <a:latin typeface="Verdana" panose="020B0604030504040204" pitchFamily="34" charset="0"/>
                <a:ea typeface="Verdana" panose="020B0604030504040204" pitchFamily="34" charset="0"/>
              </a:rPr>
              <a:t>unicipality are often cheated by middlemen who usually purchase their products at very affordable prices for resale at relatively high prices. </a:t>
            </a:r>
          </a:p>
          <a:p>
            <a:pPr algn="just">
              <a:lnSpc>
                <a:spcPct val="200000"/>
              </a:lnSpc>
            </a:pPr>
            <a:r>
              <a:rPr lang="en-US" sz="2400" dirty="0">
                <a:effectLst/>
                <a:latin typeface="Verdana" panose="020B0604030504040204" pitchFamily="34" charset="0"/>
                <a:ea typeface="Verdana" panose="020B0604030504040204" pitchFamily="34" charset="0"/>
              </a:rPr>
              <a:t>During the harvest, most of the products go waste because there is no ready market it.</a:t>
            </a:r>
          </a:p>
          <a:p>
            <a:pPr marL="0" indent="0" algn="just">
              <a:lnSpc>
                <a:spcPct val="200000"/>
              </a:lnSpc>
              <a:buNone/>
            </a:pPr>
            <a:endParaRPr lang="en-US" sz="2400" dirty="0">
              <a:latin typeface="Verdana" panose="020B0604030504040204" pitchFamily="34" charset="0"/>
              <a:ea typeface="Verdana" panose="020B0604030504040204" pitchFamily="34" charset="0"/>
            </a:endParaRPr>
          </a:p>
        </p:txBody>
      </p:sp>
      <p:sp>
        <p:nvSpPr>
          <p:cNvPr id="4" name="Date Placeholder 3">
            <a:extLst>
              <a:ext uri="{FF2B5EF4-FFF2-40B4-BE49-F238E27FC236}">
                <a16:creationId xmlns:a16="http://schemas.microsoft.com/office/drawing/2014/main" id="{6C88148D-BB1F-4CB9-B10A-DE46EAA5AC36}"/>
              </a:ext>
            </a:extLst>
          </p:cNvPr>
          <p:cNvSpPr>
            <a:spLocks noGrp="1"/>
          </p:cNvSpPr>
          <p:nvPr>
            <p:ph type="dt" sz="half" idx="10"/>
          </p:nvPr>
        </p:nvSpPr>
        <p:spPr/>
        <p:txBody>
          <a:bodyPr/>
          <a:lstStyle/>
          <a:p>
            <a:fld id="{179F75F2-E571-4FBD-90A8-AB1FFBCC6FEE}" type="datetime1">
              <a:rPr lang="en-US" smtClean="0"/>
              <a:t>9/29/2021</a:t>
            </a:fld>
            <a:endParaRPr lang="en-US" dirty="0"/>
          </a:p>
        </p:txBody>
      </p:sp>
      <p:sp>
        <p:nvSpPr>
          <p:cNvPr id="5" name="Footer Placeholder 4">
            <a:extLst>
              <a:ext uri="{FF2B5EF4-FFF2-40B4-BE49-F238E27FC236}">
                <a16:creationId xmlns:a16="http://schemas.microsoft.com/office/drawing/2014/main" id="{86B70688-A596-4DB9-BB56-1E84DE234F8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01BFE53-B8F1-4E70-8BDF-0068CA36DF7B}"/>
              </a:ext>
            </a:extLst>
          </p:cNvPr>
          <p:cNvSpPr>
            <a:spLocks noGrp="1"/>
          </p:cNvSpPr>
          <p:nvPr>
            <p:ph type="sldNum" sz="quarter" idx="12"/>
          </p:nvPr>
        </p:nvSpPr>
        <p:spPr/>
        <p:txBody>
          <a:bodyPr/>
          <a:lstStyle/>
          <a:p>
            <a:fld id="{3D129DF5-DA21-429A-AC57-BC28FFF81351}" type="slidenum">
              <a:rPr lang="en-US" smtClean="0"/>
              <a:t>3</a:t>
            </a:fld>
            <a:endParaRPr lang="en-US" dirty="0"/>
          </a:p>
        </p:txBody>
      </p:sp>
    </p:spTree>
    <p:extLst>
      <p:ext uri="{BB962C8B-B14F-4D97-AF65-F5344CB8AC3E}">
        <p14:creationId xmlns:p14="http://schemas.microsoft.com/office/powerpoint/2010/main" val="2686241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05EFB-9CFC-4C90-B718-4E1865CE2735}"/>
              </a:ext>
            </a:extLst>
          </p:cNvPr>
          <p:cNvSpPr>
            <a:spLocks noGrp="1"/>
          </p:cNvSpPr>
          <p:nvPr>
            <p:ph type="title"/>
          </p:nvPr>
        </p:nvSpPr>
        <p:spPr/>
        <p:txBody>
          <a:bodyPr>
            <a:normAutofit/>
          </a:bodyPr>
          <a:lstStyle/>
          <a:p>
            <a:r>
              <a:rPr lang="en-US" sz="2600" b="1" kern="0" dirty="0">
                <a:solidFill>
                  <a:srgbClr val="000000"/>
                </a:solidFill>
                <a:effectLst/>
                <a:latin typeface="Verdana" panose="020B0604030504040204" pitchFamily="34" charset="0"/>
                <a:ea typeface="Verdana" panose="020B0604030504040204" pitchFamily="34" charset="0"/>
              </a:rPr>
              <a:t>Significance</a:t>
            </a:r>
            <a:r>
              <a:rPr lang="en-US" sz="2600" b="1" kern="0" dirty="0">
                <a:solidFill>
                  <a:srgbClr val="000000"/>
                </a:solidFill>
                <a:latin typeface="Verdana" panose="020B0604030504040204" pitchFamily="34" charset="0"/>
                <a:ea typeface="Verdana" panose="020B0604030504040204" pitchFamily="34" charset="0"/>
              </a:rPr>
              <a:t> of the Study</a:t>
            </a:r>
            <a:endParaRPr lang="en-US" sz="2600" dirty="0">
              <a:latin typeface="Verdana" panose="020B0604030504040204" pitchFamily="34" charset="0"/>
              <a:ea typeface="Verdana" panose="020B0604030504040204" pitchFamily="34" charset="0"/>
            </a:endParaRPr>
          </a:p>
        </p:txBody>
      </p:sp>
      <p:sp>
        <p:nvSpPr>
          <p:cNvPr id="3" name="Content Placeholder 2">
            <a:extLst>
              <a:ext uri="{FF2B5EF4-FFF2-40B4-BE49-F238E27FC236}">
                <a16:creationId xmlns:a16="http://schemas.microsoft.com/office/drawing/2014/main" id="{1D948FD0-16F6-4077-BC5F-1369D9498687}"/>
              </a:ext>
            </a:extLst>
          </p:cNvPr>
          <p:cNvSpPr>
            <a:spLocks noGrp="1"/>
          </p:cNvSpPr>
          <p:nvPr>
            <p:ph idx="1"/>
          </p:nvPr>
        </p:nvSpPr>
        <p:spPr/>
        <p:txBody>
          <a:bodyPr>
            <a:noAutofit/>
          </a:bodyPr>
          <a:lstStyle/>
          <a:p>
            <a:pPr algn="just">
              <a:lnSpc>
                <a:spcPct val="200000"/>
              </a:lnSpc>
              <a:spcBef>
                <a:spcPts val="0"/>
              </a:spcBef>
            </a:pPr>
            <a:r>
              <a:rPr lang="en-US" sz="2400" dirty="0">
                <a:latin typeface="Verdana" panose="020B0604030504040204" pitchFamily="34" charset="0"/>
                <a:ea typeface="Verdana" panose="020B0604030504040204" pitchFamily="34" charset="0"/>
                <a:cs typeface="Times New Roman" panose="02020603050405020304" pitchFamily="18" charset="0"/>
              </a:rPr>
              <a:t>It provides w</a:t>
            </a:r>
            <a:r>
              <a:rPr lang="en-US" sz="2400" dirty="0">
                <a:effectLst/>
                <a:latin typeface="Verdana" panose="020B0604030504040204" pitchFamily="34" charset="0"/>
                <a:ea typeface="Verdana" panose="020B0604030504040204" pitchFamily="34" charset="0"/>
                <a:cs typeface="Times New Roman" panose="02020603050405020304" pitchFamily="18" charset="0"/>
              </a:rPr>
              <a:t>ide market for farm produce</a:t>
            </a:r>
          </a:p>
          <a:p>
            <a:pPr algn="just">
              <a:lnSpc>
                <a:spcPct val="200000"/>
              </a:lnSpc>
              <a:spcBef>
                <a:spcPts val="0"/>
              </a:spcBef>
            </a:pPr>
            <a:r>
              <a:rPr lang="en-US" sz="2400" dirty="0">
                <a:latin typeface="Verdana" panose="020B0604030504040204" pitchFamily="34" charset="0"/>
                <a:ea typeface="Verdana" panose="020B0604030504040204" pitchFamily="34" charset="0"/>
                <a:cs typeface="Times New Roman" panose="02020603050405020304" pitchFamily="18" charset="0"/>
              </a:rPr>
              <a:t>It will help better the standard of living of the farmers</a:t>
            </a:r>
          </a:p>
          <a:p>
            <a:pPr algn="just">
              <a:lnSpc>
                <a:spcPct val="200000"/>
              </a:lnSpc>
              <a:spcBef>
                <a:spcPts val="0"/>
              </a:spcBef>
            </a:pPr>
            <a:r>
              <a:rPr lang="en-US" sz="2400" dirty="0">
                <a:effectLst/>
                <a:latin typeface="Verdana" panose="020B0604030504040204" pitchFamily="34" charset="0"/>
                <a:ea typeface="Verdana" panose="020B0604030504040204" pitchFamily="34" charset="0"/>
                <a:cs typeface="Times New Roman" panose="02020603050405020304" pitchFamily="18" charset="0"/>
              </a:rPr>
              <a:t>It </a:t>
            </a:r>
            <a:r>
              <a:rPr lang="en-US" sz="2400" dirty="0">
                <a:latin typeface="Verdana" panose="020B0604030504040204" pitchFamily="34" charset="0"/>
                <a:ea typeface="Verdana" panose="020B0604030504040204" pitchFamily="34" charset="0"/>
                <a:cs typeface="Times New Roman" panose="02020603050405020304" pitchFamily="18" charset="0"/>
              </a:rPr>
              <a:t>provides an efficient means to purchase agricultural products</a:t>
            </a:r>
          </a:p>
          <a:p>
            <a:pPr algn="just">
              <a:lnSpc>
                <a:spcPct val="200000"/>
              </a:lnSpc>
              <a:spcBef>
                <a:spcPts val="0"/>
              </a:spcBef>
            </a:pPr>
            <a:r>
              <a:rPr lang="en-US" sz="2400" dirty="0">
                <a:effectLst/>
                <a:latin typeface="Verdana" panose="020B0604030504040204" pitchFamily="34" charset="0"/>
                <a:ea typeface="Verdana" panose="020B0604030504040204" pitchFamily="34" charset="0"/>
                <a:cs typeface="Times New Roman" panose="02020603050405020304" pitchFamily="18" charset="0"/>
              </a:rPr>
              <a:t>It prevents waste and increases productivity</a:t>
            </a:r>
          </a:p>
        </p:txBody>
      </p:sp>
      <p:sp>
        <p:nvSpPr>
          <p:cNvPr id="4" name="Date Placeholder 3">
            <a:extLst>
              <a:ext uri="{FF2B5EF4-FFF2-40B4-BE49-F238E27FC236}">
                <a16:creationId xmlns:a16="http://schemas.microsoft.com/office/drawing/2014/main" id="{21DA5E6E-6EFC-407D-8427-360289A74E7D}"/>
              </a:ext>
            </a:extLst>
          </p:cNvPr>
          <p:cNvSpPr>
            <a:spLocks noGrp="1"/>
          </p:cNvSpPr>
          <p:nvPr>
            <p:ph type="dt" sz="half" idx="10"/>
          </p:nvPr>
        </p:nvSpPr>
        <p:spPr/>
        <p:txBody>
          <a:bodyPr/>
          <a:lstStyle/>
          <a:p>
            <a:fld id="{30FFD3DF-7CB4-40FF-9B69-4E3E105D0A22}" type="datetime1">
              <a:rPr lang="en-US" smtClean="0"/>
              <a:t>9/29/2021</a:t>
            </a:fld>
            <a:endParaRPr lang="en-US" dirty="0"/>
          </a:p>
        </p:txBody>
      </p:sp>
      <p:sp>
        <p:nvSpPr>
          <p:cNvPr id="5" name="Footer Placeholder 4">
            <a:extLst>
              <a:ext uri="{FF2B5EF4-FFF2-40B4-BE49-F238E27FC236}">
                <a16:creationId xmlns:a16="http://schemas.microsoft.com/office/drawing/2014/main" id="{9CD0607C-20F9-47D7-AC53-E98C8664A7C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85F4574-1C85-496D-B939-87F4684D9854}"/>
              </a:ext>
            </a:extLst>
          </p:cNvPr>
          <p:cNvSpPr>
            <a:spLocks noGrp="1"/>
          </p:cNvSpPr>
          <p:nvPr>
            <p:ph type="sldNum" sz="quarter" idx="12"/>
          </p:nvPr>
        </p:nvSpPr>
        <p:spPr/>
        <p:txBody>
          <a:bodyPr/>
          <a:lstStyle/>
          <a:p>
            <a:fld id="{3D129DF5-DA21-429A-AC57-BC28FFF81351}" type="slidenum">
              <a:rPr lang="en-US" smtClean="0"/>
              <a:t>4</a:t>
            </a:fld>
            <a:endParaRPr lang="en-US" dirty="0"/>
          </a:p>
        </p:txBody>
      </p:sp>
    </p:spTree>
    <p:extLst>
      <p:ext uri="{BB962C8B-B14F-4D97-AF65-F5344CB8AC3E}">
        <p14:creationId xmlns:p14="http://schemas.microsoft.com/office/powerpoint/2010/main" val="4247110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05EFB-9CFC-4C90-B718-4E1865CE2735}"/>
              </a:ext>
            </a:extLst>
          </p:cNvPr>
          <p:cNvSpPr>
            <a:spLocks noGrp="1"/>
          </p:cNvSpPr>
          <p:nvPr>
            <p:ph type="title"/>
          </p:nvPr>
        </p:nvSpPr>
        <p:spPr/>
        <p:txBody>
          <a:bodyPr>
            <a:normAutofit/>
          </a:bodyPr>
          <a:lstStyle/>
          <a:p>
            <a:r>
              <a:rPr lang="en-US" sz="2600" b="1" kern="0" dirty="0">
                <a:solidFill>
                  <a:srgbClr val="000000"/>
                </a:solidFill>
                <a:effectLst/>
                <a:latin typeface="Verdana" panose="020B0604030504040204" pitchFamily="34" charset="0"/>
                <a:ea typeface="Verdana" panose="020B0604030504040204" pitchFamily="34" charset="0"/>
              </a:rPr>
              <a:t>Objectives(Specific)</a:t>
            </a:r>
            <a:endParaRPr lang="en-US" sz="2600" dirty="0">
              <a:latin typeface="Verdana" panose="020B0604030504040204" pitchFamily="34" charset="0"/>
              <a:ea typeface="Verdana" panose="020B0604030504040204" pitchFamily="34" charset="0"/>
            </a:endParaRPr>
          </a:p>
        </p:txBody>
      </p:sp>
      <p:sp>
        <p:nvSpPr>
          <p:cNvPr id="3" name="Content Placeholder 2">
            <a:extLst>
              <a:ext uri="{FF2B5EF4-FFF2-40B4-BE49-F238E27FC236}">
                <a16:creationId xmlns:a16="http://schemas.microsoft.com/office/drawing/2014/main" id="{1D948FD0-16F6-4077-BC5F-1369D9498687}"/>
              </a:ext>
            </a:extLst>
          </p:cNvPr>
          <p:cNvSpPr>
            <a:spLocks noGrp="1"/>
          </p:cNvSpPr>
          <p:nvPr>
            <p:ph idx="1"/>
          </p:nvPr>
        </p:nvSpPr>
        <p:spPr/>
        <p:txBody>
          <a:bodyPr>
            <a:noAutofit/>
          </a:bodyPr>
          <a:lstStyle/>
          <a:p>
            <a:pPr algn="just">
              <a:lnSpc>
                <a:spcPct val="200000"/>
              </a:lnSpc>
              <a:spcBef>
                <a:spcPts val="0"/>
              </a:spcBef>
            </a:pPr>
            <a:r>
              <a:rPr lang="en-US" sz="2400" dirty="0">
                <a:effectLst/>
                <a:latin typeface="Verdana" panose="020B0604030504040204" pitchFamily="34" charset="0"/>
                <a:ea typeface="Verdana" panose="020B0604030504040204" pitchFamily="34" charset="0"/>
                <a:cs typeface="Times New Roman" panose="02020603050405020304" pitchFamily="18" charset="0"/>
              </a:rPr>
              <a:t>Design and implement an online platform for farmers to showcase their products</a:t>
            </a:r>
          </a:p>
          <a:p>
            <a:pPr algn="just">
              <a:lnSpc>
                <a:spcPct val="200000"/>
              </a:lnSpc>
              <a:spcBef>
                <a:spcPts val="0"/>
              </a:spcBef>
            </a:pPr>
            <a:r>
              <a:rPr lang="en-US" sz="2400" dirty="0">
                <a:effectLst/>
                <a:latin typeface="Verdana" panose="020B0604030504040204" pitchFamily="34" charset="0"/>
                <a:ea typeface="Verdana" panose="020B0604030504040204" pitchFamily="34" charset="0"/>
                <a:cs typeface="Times New Roman" panose="02020603050405020304" pitchFamily="18" charset="0"/>
              </a:rPr>
              <a:t>Provide a mobile system that would enable customers order agricultural products online</a:t>
            </a:r>
          </a:p>
          <a:p>
            <a:pPr algn="just">
              <a:lnSpc>
                <a:spcPct val="200000"/>
              </a:lnSpc>
              <a:spcBef>
                <a:spcPts val="0"/>
              </a:spcBef>
            </a:pPr>
            <a:r>
              <a:rPr lang="en-US" sz="2400" dirty="0">
                <a:solidFill>
                  <a:srgbClr val="000000"/>
                </a:solidFill>
                <a:effectLst/>
                <a:latin typeface="Verdana" panose="020B0604030504040204" pitchFamily="34" charset="0"/>
                <a:ea typeface="Verdana" panose="020B0604030504040204" pitchFamily="34" charset="0"/>
              </a:rPr>
              <a:t>Design and implement a real time mobile payment system</a:t>
            </a:r>
            <a:endParaRPr lang="en-US" sz="2400" dirty="0">
              <a:effectLst/>
              <a:latin typeface="Verdana" panose="020B0604030504040204" pitchFamily="34" charset="0"/>
              <a:ea typeface="Verdana" panose="020B060403050404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1DA5E6E-6EFC-407D-8427-360289A74E7D}"/>
              </a:ext>
            </a:extLst>
          </p:cNvPr>
          <p:cNvSpPr>
            <a:spLocks noGrp="1"/>
          </p:cNvSpPr>
          <p:nvPr>
            <p:ph type="dt" sz="half" idx="10"/>
          </p:nvPr>
        </p:nvSpPr>
        <p:spPr/>
        <p:txBody>
          <a:bodyPr/>
          <a:lstStyle/>
          <a:p>
            <a:fld id="{30FFD3DF-7CB4-40FF-9B69-4E3E105D0A22}" type="datetime1">
              <a:rPr lang="en-US" smtClean="0"/>
              <a:t>9/29/2021</a:t>
            </a:fld>
            <a:endParaRPr lang="en-US" dirty="0"/>
          </a:p>
        </p:txBody>
      </p:sp>
      <p:sp>
        <p:nvSpPr>
          <p:cNvPr id="5" name="Footer Placeholder 4">
            <a:extLst>
              <a:ext uri="{FF2B5EF4-FFF2-40B4-BE49-F238E27FC236}">
                <a16:creationId xmlns:a16="http://schemas.microsoft.com/office/drawing/2014/main" id="{9CD0607C-20F9-47D7-AC53-E98C8664A7C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85F4574-1C85-496D-B939-87F4684D9854}"/>
              </a:ext>
            </a:extLst>
          </p:cNvPr>
          <p:cNvSpPr>
            <a:spLocks noGrp="1"/>
          </p:cNvSpPr>
          <p:nvPr>
            <p:ph type="sldNum" sz="quarter" idx="12"/>
          </p:nvPr>
        </p:nvSpPr>
        <p:spPr/>
        <p:txBody>
          <a:bodyPr/>
          <a:lstStyle/>
          <a:p>
            <a:fld id="{3D129DF5-DA21-429A-AC57-BC28FFF81351}" type="slidenum">
              <a:rPr lang="en-US" smtClean="0"/>
              <a:t>5</a:t>
            </a:fld>
            <a:endParaRPr lang="en-US" dirty="0"/>
          </a:p>
        </p:txBody>
      </p:sp>
    </p:spTree>
    <p:extLst>
      <p:ext uri="{BB962C8B-B14F-4D97-AF65-F5344CB8AC3E}">
        <p14:creationId xmlns:p14="http://schemas.microsoft.com/office/powerpoint/2010/main" val="11261955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B3CA5-3B17-41DC-B79B-95957E078C5C}"/>
              </a:ext>
            </a:extLst>
          </p:cNvPr>
          <p:cNvSpPr>
            <a:spLocks noGrp="1"/>
          </p:cNvSpPr>
          <p:nvPr>
            <p:ph type="title"/>
          </p:nvPr>
        </p:nvSpPr>
        <p:spPr>
          <a:xfrm>
            <a:off x="838200" y="365126"/>
            <a:ext cx="10515600" cy="692150"/>
          </a:xfrm>
        </p:spPr>
        <p:txBody>
          <a:bodyPr>
            <a:normAutofit fontScale="90000"/>
          </a:bodyPr>
          <a:lstStyle/>
          <a:p>
            <a:r>
              <a:rPr lang="en-US" sz="2900" b="1" dirty="0">
                <a:latin typeface="Verdana" panose="020B0604030504040204" pitchFamily="34" charset="0"/>
                <a:ea typeface="Verdana" panose="020B0604030504040204" pitchFamily="34" charset="0"/>
              </a:rPr>
              <a:t>Methodology</a:t>
            </a:r>
            <a:r>
              <a:rPr lang="en-US" b="1" dirty="0"/>
              <a:t> </a:t>
            </a:r>
          </a:p>
        </p:txBody>
      </p:sp>
      <p:sp>
        <p:nvSpPr>
          <p:cNvPr id="3" name="Content Placeholder 2">
            <a:extLst>
              <a:ext uri="{FF2B5EF4-FFF2-40B4-BE49-F238E27FC236}">
                <a16:creationId xmlns:a16="http://schemas.microsoft.com/office/drawing/2014/main" id="{CE402ACB-1EA4-4C21-8F93-CD34A85F3A18}"/>
              </a:ext>
            </a:extLst>
          </p:cNvPr>
          <p:cNvSpPr>
            <a:spLocks noGrp="1"/>
          </p:cNvSpPr>
          <p:nvPr>
            <p:ph idx="1"/>
          </p:nvPr>
        </p:nvSpPr>
        <p:spPr>
          <a:xfrm>
            <a:off x="838200" y="1282699"/>
            <a:ext cx="10515600" cy="4561923"/>
          </a:xfrm>
        </p:spPr>
        <p:txBody>
          <a:bodyPr>
            <a:noAutofit/>
          </a:bodyPr>
          <a:lstStyle/>
          <a:p>
            <a:pPr marL="0" indent="0" algn="just">
              <a:lnSpc>
                <a:spcPct val="200000"/>
              </a:lnSpc>
              <a:buNone/>
            </a:pPr>
            <a:r>
              <a:rPr lang="en-US" sz="2400" b="1" dirty="0">
                <a:effectLst/>
                <a:latin typeface="Verdana" panose="020B0604030504040204" pitchFamily="34" charset="0"/>
                <a:ea typeface="Verdana" panose="020B0604030504040204" pitchFamily="34" charset="0"/>
              </a:rPr>
              <a:t>Rapid Application </a:t>
            </a:r>
            <a:r>
              <a:rPr lang="en-US" sz="2400" b="1" dirty="0">
                <a:latin typeface="Verdana" panose="020B0604030504040204" pitchFamily="34" charset="0"/>
                <a:ea typeface="Verdana" panose="020B0604030504040204" pitchFamily="34" charset="0"/>
              </a:rPr>
              <a:t>D</a:t>
            </a:r>
            <a:r>
              <a:rPr lang="en-US" sz="2400" b="1" dirty="0">
                <a:effectLst/>
                <a:latin typeface="Verdana" panose="020B0604030504040204" pitchFamily="34" charset="0"/>
                <a:ea typeface="Verdana" panose="020B0604030504040204" pitchFamily="34" charset="0"/>
              </a:rPr>
              <a:t>evelopment Model (RAD)</a:t>
            </a:r>
            <a:endParaRPr lang="en-US" sz="2400" b="1" dirty="0">
              <a:latin typeface="Verdana" panose="020B0604030504040204" pitchFamily="34" charset="0"/>
              <a:ea typeface="Verdana" panose="020B0604030504040204" pitchFamily="34" charset="0"/>
            </a:endParaRPr>
          </a:p>
          <a:p>
            <a:pPr algn="just">
              <a:lnSpc>
                <a:spcPct val="200000"/>
              </a:lnSpc>
            </a:pPr>
            <a:r>
              <a:rPr lang="en-US" sz="2400" dirty="0">
                <a:effectLst/>
                <a:latin typeface="Verdana" panose="020B0604030504040204" pitchFamily="34" charset="0"/>
                <a:ea typeface="Verdana" panose="020B0604030504040204" pitchFamily="34" charset="0"/>
              </a:rPr>
              <a:t>It refers to a type of software development methodology that uses minimal planning in favour of rapid prototyping</a:t>
            </a:r>
          </a:p>
          <a:p>
            <a:pPr algn="just">
              <a:lnSpc>
                <a:spcPct val="200000"/>
              </a:lnSpc>
            </a:pPr>
            <a:r>
              <a:rPr lang="en-US" sz="2400" dirty="0">
                <a:effectLst/>
                <a:latin typeface="Verdana" panose="020B0604030504040204" pitchFamily="34" charset="0"/>
                <a:ea typeface="Verdana" panose="020B0604030504040204" pitchFamily="34" charset="0"/>
              </a:rPr>
              <a:t>In the RAD model, the functional modules are developed in parallel as prototypes and are integrated to make the complete product for faster product delivery. </a:t>
            </a:r>
            <a:endParaRPr lang="en-US" sz="2400" dirty="0">
              <a:latin typeface="Verdana" panose="020B0604030504040204" pitchFamily="34" charset="0"/>
              <a:ea typeface="Verdana" panose="020B0604030504040204" pitchFamily="34" charset="0"/>
            </a:endParaRPr>
          </a:p>
        </p:txBody>
      </p:sp>
      <p:sp>
        <p:nvSpPr>
          <p:cNvPr id="4" name="Date Placeholder 3">
            <a:extLst>
              <a:ext uri="{FF2B5EF4-FFF2-40B4-BE49-F238E27FC236}">
                <a16:creationId xmlns:a16="http://schemas.microsoft.com/office/drawing/2014/main" id="{93031B62-ECA4-46CF-8D62-9C88905A2768}"/>
              </a:ext>
            </a:extLst>
          </p:cNvPr>
          <p:cNvSpPr>
            <a:spLocks noGrp="1"/>
          </p:cNvSpPr>
          <p:nvPr>
            <p:ph type="dt" sz="half" idx="10"/>
          </p:nvPr>
        </p:nvSpPr>
        <p:spPr/>
        <p:txBody>
          <a:bodyPr/>
          <a:lstStyle/>
          <a:p>
            <a:fld id="{BC42EE54-901B-4D9D-9BE3-DC9E0DAC9A1B}" type="datetime1">
              <a:rPr lang="en-US" smtClean="0"/>
              <a:t>9/29/2021</a:t>
            </a:fld>
            <a:endParaRPr lang="en-US" dirty="0"/>
          </a:p>
        </p:txBody>
      </p:sp>
      <p:sp>
        <p:nvSpPr>
          <p:cNvPr id="5" name="Footer Placeholder 4">
            <a:extLst>
              <a:ext uri="{FF2B5EF4-FFF2-40B4-BE49-F238E27FC236}">
                <a16:creationId xmlns:a16="http://schemas.microsoft.com/office/drawing/2014/main" id="{9F0CCE67-F8F0-425A-9BD9-35FE8F64C7F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94A4511-8DEC-4202-ACAB-82B39B6605C0}"/>
              </a:ext>
            </a:extLst>
          </p:cNvPr>
          <p:cNvSpPr>
            <a:spLocks noGrp="1"/>
          </p:cNvSpPr>
          <p:nvPr>
            <p:ph type="sldNum" sz="quarter" idx="12"/>
          </p:nvPr>
        </p:nvSpPr>
        <p:spPr/>
        <p:txBody>
          <a:bodyPr/>
          <a:lstStyle/>
          <a:p>
            <a:fld id="{3D129DF5-DA21-429A-AC57-BC28FFF81351}" type="slidenum">
              <a:rPr lang="en-US" smtClean="0"/>
              <a:t>6</a:t>
            </a:fld>
            <a:endParaRPr lang="en-US" dirty="0"/>
          </a:p>
        </p:txBody>
      </p:sp>
    </p:spTree>
    <p:extLst>
      <p:ext uri="{BB962C8B-B14F-4D97-AF65-F5344CB8AC3E}">
        <p14:creationId xmlns:p14="http://schemas.microsoft.com/office/powerpoint/2010/main" val="366440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E733-9AF5-41D8-A56C-FB639F60806C}"/>
              </a:ext>
            </a:extLst>
          </p:cNvPr>
          <p:cNvSpPr>
            <a:spLocks noGrp="1"/>
          </p:cNvSpPr>
          <p:nvPr>
            <p:ph type="title"/>
          </p:nvPr>
        </p:nvSpPr>
        <p:spPr>
          <a:xfrm>
            <a:off x="838200" y="371060"/>
            <a:ext cx="10515600" cy="980661"/>
          </a:xfrm>
        </p:spPr>
        <p:txBody>
          <a:bodyPr>
            <a:normAutofit/>
          </a:bodyPr>
          <a:lstStyle/>
          <a:p>
            <a:r>
              <a:rPr lang="en-US" sz="2400" b="1" dirty="0">
                <a:latin typeface="Verdana" panose="020B0604030504040204" pitchFamily="34" charset="0"/>
                <a:ea typeface="Verdana" panose="020B0604030504040204" pitchFamily="34" charset="0"/>
              </a:rPr>
              <a:t>Use-Case of the System</a:t>
            </a:r>
          </a:p>
        </p:txBody>
      </p:sp>
      <p:sp>
        <p:nvSpPr>
          <p:cNvPr id="5" name="Date Placeholder 4">
            <a:extLst>
              <a:ext uri="{FF2B5EF4-FFF2-40B4-BE49-F238E27FC236}">
                <a16:creationId xmlns:a16="http://schemas.microsoft.com/office/drawing/2014/main" id="{BAF949A1-A728-4BBB-9B7B-C8566BDF02B0}"/>
              </a:ext>
            </a:extLst>
          </p:cNvPr>
          <p:cNvSpPr>
            <a:spLocks noGrp="1"/>
          </p:cNvSpPr>
          <p:nvPr>
            <p:ph type="dt" sz="half" idx="10"/>
          </p:nvPr>
        </p:nvSpPr>
        <p:spPr/>
        <p:txBody>
          <a:bodyPr/>
          <a:lstStyle/>
          <a:p>
            <a:fld id="{53564E2D-FD86-444B-BA69-AF2DE1CF2D6D}" type="datetime1">
              <a:rPr lang="en-US" smtClean="0"/>
              <a:t>9/29/2021</a:t>
            </a:fld>
            <a:endParaRPr lang="en-US" dirty="0"/>
          </a:p>
        </p:txBody>
      </p:sp>
      <p:sp>
        <p:nvSpPr>
          <p:cNvPr id="6" name="Footer Placeholder 5">
            <a:extLst>
              <a:ext uri="{FF2B5EF4-FFF2-40B4-BE49-F238E27FC236}">
                <a16:creationId xmlns:a16="http://schemas.microsoft.com/office/drawing/2014/main" id="{6F419917-D698-4727-96D5-3AC412F18A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73A3E7D-A93C-4805-A1AA-B84418B713DB}"/>
              </a:ext>
            </a:extLst>
          </p:cNvPr>
          <p:cNvSpPr>
            <a:spLocks noGrp="1"/>
          </p:cNvSpPr>
          <p:nvPr>
            <p:ph type="sldNum" sz="quarter" idx="12"/>
          </p:nvPr>
        </p:nvSpPr>
        <p:spPr/>
        <p:txBody>
          <a:bodyPr/>
          <a:lstStyle/>
          <a:p>
            <a:fld id="{3D129DF5-DA21-429A-AC57-BC28FFF81351}" type="slidenum">
              <a:rPr lang="en-US" smtClean="0"/>
              <a:t>7</a:t>
            </a:fld>
            <a:endParaRPr lang="en-US" dirty="0"/>
          </a:p>
        </p:txBody>
      </p:sp>
      <p:graphicFrame>
        <p:nvGraphicFramePr>
          <p:cNvPr id="12" name="Content Placeholder 11">
            <a:extLst>
              <a:ext uri="{FF2B5EF4-FFF2-40B4-BE49-F238E27FC236}">
                <a16:creationId xmlns:a16="http://schemas.microsoft.com/office/drawing/2014/main" id="{1D5EEA69-B590-42A6-977B-8F3CB0F0075F}"/>
              </a:ext>
            </a:extLst>
          </p:cNvPr>
          <p:cNvGraphicFramePr>
            <a:graphicFrameLocks noGrp="1" noChangeAspect="1"/>
          </p:cNvGraphicFramePr>
          <p:nvPr>
            <p:ph idx="1"/>
            <p:extLst>
              <p:ext uri="{D42A27DB-BD31-4B8C-83A1-F6EECF244321}">
                <p14:modId xmlns:p14="http://schemas.microsoft.com/office/powerpoint/2010/main" val="22660316"/>
              </p:ext>
            </p:extLst>
          </p:nvPr>
        </p:nvGraphicFramePr>
        <p:xfrm>
          <a:off x="85725" y="2057398"/>
          <a:ext cx="3495675" cy="2743200"/>
        </p:xfrm>
        <a:graphic>
          <a:graphicData uri="http://schemas.openxmlformats.org/presentationml/2006/ole">
            <mc:AlternateContent xmlns:mc="http://schemas.openxmlformats.org/markup-compatibility/2006">
              <mc:Choice xmlns:v="urn:schemas-microsoft-com:vml" Requires="v">
                <p:oleObj name="Visio" r:id="rId2" imgW="3495612" imgH="2743200" progId="Visio.Drawing.15">
                  <p:embed/>
                </p:oleObj>
              </mc:Choice>
              <mc:Fallback>
                <p:oleObj name="Visio" r:id="rId2" imgW="3495612" imgH="2743200" progId="Visio.Drawing.15">
                  <p:embed/>
                  <p:pic>
                    <p:nvPicPr>
                      <p:cNvPr id="6" name="Object 5">
                        <a:extLst>
                          <a:ext uri="{FF2B5EF4-FFF2-40B4-BE49-F238E27FC236}">
                            <a16:creationId xmlns:a16="http://schemas.microsoft.com/office/drawing/2014/main" id="{69893265-1EEA-4D8F-9E7C-A6A056199248}"/>
                          </a:ext>
                        </a:extLst>
                      </p:cNvPr>
                      <p:cNvPicPr>
                        <a:picLocks noChangeAspect="1" noChangeArrowheads="1"/>
                      </p:cNvPicPr>
                      <p:nvPr/>
                    </p:nvPicPr>
                    <p:blipFill>
                      <a:blip r:embed="rId3"/>
                      <a:srcRect/>
                      <a:stretch>
                        <a:fillRect/>
                      </a:stretch>
                    </p:blipFill>
                    <p:spPr bwMode="auto">
                      <a:xfrm>
                        <a:off x="85725" y="2057398"/>
                        <a:ext cx="3495675" cy="2743200"/>
                      </a:xfrm>
                      <a:prstGeom prst="rect">
                        <a:avLst/>
                      </a:prstGeom>
                      <a:noFill/>
                    </p:spPr>
                  </p:pic>
                </p:oleObj>
              </mc:Fallback>
            </mc:AlternateContent>
          </a:graphicData>
        </a:graphic>
      </p:graphicFrame>
      <p:graphicFrame>
        <p:nvGraphicFramePr>
          <p:cNvPr id="13" name="Object 12">
            <a:extLst>
              <a:ext uri="{FF2B5EF4-FFF2-40B4-BE49-F238E27FC236}">
                <a16:creationId xmlns:a16="http://schemas.microsoft.com/office/drawing/2014/main" id="{8069B1ED-1317-47F1-8988-64F6B91AD834}"/>
              </a:ext>
            </a:extLst>
          </p:cNvPr>
          <p:cNvGraphicFramePr>
            <a:graphicFrameLocks noChangeAspect="1"/>
          </p:cNvGraphicFramePr>
          <p:nvPr>
            <p:extLst>
              <p:ext uri="{D42A27DB-BD31-4B8C-83A1-F6EECF244321}">
                <p14:modId xmlns:p14="http://schemas.microsoft.com/office/powerpoint/2010/main" val="3796274992"/>
              </p:ext>
            </p:extLst>
          </p:nvPr>
        </p:nvGraphicFramePr>
        <p:xfrm>
          <a:off x="4090986" y="1966315"/>
          <a:ext cx="3620504" cy="2910481"/>
        </p:xfrm>
        <a:graphic>
          <a:graphicData uri="http://schemas.openxmlformats.org/presentationml/2006/ole">
            <mc:AlternateContent xmlns:mc="http://schemas.openxmlformats.org/markup-compatibility/2006">
              <mc:Choice xmlns:v="urn:schemas-microsoft-com:vml" Requires="v">
                <p:oleObj name="Visio" r:id="rId4" imgW="3495612" imgH="2743200" progId="Visio.Drawing.15">
                  <p:embed/>
                </p:oleObj>
              </mc:Choice>
              <mc:Fallback>
                <p:oleObj name="Visio" r:id="rId4" imgW="3495612" imgH="2743200" progId="Visio.Drawing.15">
                  <p:embed/>
                  <p:pic>
                    <p:nvPicPr>
                      <p:cNvPr id="12" name="Object 11">
                        <a:extLst>
                          <a:ext uri="{FF2B5EF4-FFF2-40B4-BE49-F238E27FC236}">
                            <a16:creationId xmlns:a16="http://schemas.microsoft.com/office/drawing/2014/main" id="{0B595FF6-E5BB-41B4-A065-506ECD4464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90986" y="1966315"/>
                        <a:ext cx="3620504" cy="2910481"/>
                      </a:xfrm>
                      <a:prstGeom prst="rect">
                        <a:avLst/>
                      </a:prstGeom>
                      <a:noFill/>
                    </p:spPr>
                  </p:pic>
                </p:oleObj>
              </mc:Fallback>
            </mc:AlternateContent>
          </a:graphicData>
        </a:graphic>
      </p:graphicFrame>
      <p:graphicFrame>
        <p:nvGraphicFramePr>
          <p:cNvPr id="14" name="Object 13">
            <a:extLst>
              <a:ext uri="{FF2B5EF4-FFF2-40B4-BE49-F238E27FC236}">
                <a16:creationId xmlns:a16="http://schemas.microsoft.com/office/drawing/2014/main" id="{90E6299C-E018-4E36-A34E-B4DD568FC3DC}"/>
              </a:ext>
            </a:extLst>
          </p:cNvPr>
          <p:cNvGraphicFramePr>
            <a:graphicFrameLocks noChangeAspect="1"/>
          </p:cNvGraphicFramePr>
          <p:nvPr>
            <p:extLst>
              <p:ext uri="{D42A27DB-BD31-4B8C-83A1-F6EECF244321}">
                <p14:modId xmlns:p14="http://schemas.microsoft.com/office/powerpoint/2010/main" val="661888367"/>
              </p:ext>
            </p:extLst>
          </p:nvPr>
        </p:nvGraphicFramePr>
        <p:xfrm>
          <a:off x="8221076" y="1830251"/>
          <a:ext cx="3132724" cy="3197495"/>
        </p:xfrm>
        <a:graphic>
          <a:graphicData uri="http://schemas.openxmlformats.org/presentationml/2006/ole">
            <mc:AlternateContent xmlns:mc="http://schemas.openxmlformats.org/markup-compatibility/2006">
              <mc:Choice xmlns:v="urn:schemas-microsoft-com:vml" Requires="v">
                <p:oleObj name="Visio" r:id="rId6" imgW="3495612" imgH="2743200" progId="Visio.Drawing.15">
                  <p:embed/>
                </p:oleObj>
              </mc:Choice>
              <mc:Fallback>
                <p:oleObj name="Visio" r:id="rId6" imgW="3495612" imgH="2743200" progId="Visio.Drawing.15">
                  <p:embed/>
                  <p:pic>
                    <p:nvPicPr>
                      <p:cNvPr id="7" name="Object 6">
                        <a:extLst>
                          <a:ext uri="{FF2B5EF4-FFF2-40B4-BE49-F238E27FC236}">
                            <a16:creationId xmlns:a16="http://schemas.microsoft.com/office/drawing/2014/main" id="{1D257A7D-761B-4176-8B77-F24B441C4976}"/>
                          </a:ext>
                        </a:extLst>
                      </p:cNvPr>
                      <p:cNvPicPr>
                        <a:picLocks noChangeAspect="1" noChangeArrowheads="1"/>
                      </p:cNvPicPr>
                      <p:nvPr/>
                    </p:nvPicPr>
                    <p:blipFill>
                      <a:blip r:embed="rId7"/>
                      <a:srcRect/>
                      <a:stretch>
                        <a:fillRect/>
                      </a:stretch>
                    </p:blipFill>
                    <p:spPr bwMode="auto">
                      <a:xfrm>
                        <a:off x="8221076" y="1830251"/>
                        <a:ext cx="3132724" cy="3197495"/>
                      </a:xfrm>
                      <a:prstGeom prst="rect">
                        <a:avLst/>
                      </a:prstGeom>
                      <a:noFill/>
                    </p:spPr>
                  </p:pic>
                </p:oleObj>
              </mc:Fallback>
            </mc:AlternateContent>
          </a:graphicData>
        </a:graphic>
      </p:graphicFrame>
    </p:spTree>
    <p:extLst>
      <p:ext uri="{BB962C8B-B14F-4D97-AF65-F5344CB8AC3E}">
        <p14:creationId xmlns:p14="http://schemas.microsoft.com/office/powerpoint/2010/main" val="3674522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E733-9AF5-41D8-A56C-FB639F60806C}"/>
              </a:ext>
            </a:extLst>
          </p:cNvPr>
          <p:cNvSpPr>
            <a:spLocks noGrp="1"/>
          </p:cNvSpPr>
          <p:nvPr>
            <p:ph type="title"/>
          </p:nvPr>
        </p:nvSpPr>
        <p:spPr>
          <a:xfrm>
            <a:off x="838200" y="238539"/>
            <a:ext cx="10515600" cy="834887"/>
          </a:xfrm>
        </p:spPr>
        <p:txBody>
          <a:bodyPr>
            <a:normAutofit fontScale="90000"/>
          </a:bodyPr>
          <a:lstStyle/>
          <a:p>
            <a:r>
              <a:rPr lang="en-US" sz="2900" b="1" dirty="0">
                <a:effectLst/>
                <a:latin typeface="Verdana" panose="020B0604030504040204" pitchFamily="34" charset="0"/>
                <a:ea typeface="Verdana" panose="020B0604030504040204" pitchFamily="34" charset="0"/>
                <a:cs typeface="Times New Roman" panose="02020603050405020304" pitchFamily="18" charset="0"/>
              </a:rPr>
              <a:t>Results</a:t>
            </a:r>
            <a:br>
              <a:rPr lang="en-US" sz="1800" dirty="0">
                <a:effectLst/>
                <a:latin typeface="Times New Roman" panose="02020603050405020304" pitchFamily="18" charset="0"/>
                <a:ea typeface="Calibri" panose="020F0502020204030204" pitchFamily="34" charset="0"/>
                <a:cs typeface="Times New Roman" panose="02020603050405020304" pitchFamily="18" charset="0"/>
              </a:rPr>
            </a:br>
            <a:endParaRPr lang="en-US" dirty="0"/>
          </a:p>
        </p:txBody>
      </p:sp>
      <p:sp>
        <p:nvSpPr>
          <p:cNvPr id="5" name="Date Placeholder 4">
            <a:extLst>
              <a:ext uri="{FF2B5EF4-FFF2-40B4-BE49-F238E27FC236}">
                <a16:creationId xmlns:a16="http://schemas.microsoft.com/office/drawing/2014/main" id="{BAF949A1-A728-4BBB-9B7B-C8566BDF02B0}"/>
              </a:ext>
            </a:extLst>
          </p:cNvPr>
          <p:cNvSpPr>
            <a:spLocks noGrp="1"/>
          </p:cNvSpPr>
          <p:nvPr>
            <p:ph type="dt" sz="half" idx="10"/>
          </p:nvPr>
        </p:nvSpPr>
        <p:spPr/>
        <p:txBody>
          <a:bodyPr/>
          <a:lstStyle/>
          <a:p>
            <a:fld id="{53564E2D-FD86-444B-BA69-AF2DE1CF2D6D}" type="datetime1">
              <a:rPr lang="en-US" smtClean="0"/>
              <a:t>9/29/2021</a:t>
            </a:fld>
            <a:endParaRPr lang="en-US" dirty="0"/>
          </a:p>
        </p:txBody>
      </p:sp>
      <p:sp>
        <p:nvSpPr>
          <p:cNvPr id="6" name="Footer Placeholder 5">
            <a:extLst>
              <a:ext uri="{FF2B5EF4-FFF2-40B4-BE49-F238E27FC236}">
                <a16:creationId xmlns:a16="http://schemas.microsoft.com/office/drawing/2014/main" id="{6F419917-D698-4727-96D5-3AC412F18A66}"/>
              </a:ext>
            </a:extLst>
          </p:cNvPr>
          <p:cNvSpPr>
            <a:spLocks noGrp="1"/>
          </p:cNvSpPr>
          <p:nvPr>
            <p:ph type="ftr" sz="quarter" idx="11"/>
          </p:nvPr>
        </p:nvSpPr>
        <p:spPr/>
        <p:txBody>
          <a:bodyPr/>
          <a:lstStyle/>
          <a:p>
            <a:r>
              <a:rPr lang="en-US" dirty="0"/>
              <a:t>Mobile Agricultural Marketing Application</a:t>
            </a:r>
          </a:p>
        </p:txBody>
      </p:sp>
      <p:sp>
        <p:nvSpPr>
          <p:cNvPr id="7" name="Slide Number Placeholder 6">
            <a:extLst>
              <a:ext uri="{FF2B5EF4-FFF2-40B4-BE49-F238E27FC236}">
                <a16:creationId xmlns:a16="http://schemas.microsoft.com/office/drawing/2014/main" id="{573A3E7D-A93C-4805-A1AA-B84418B713DB}"/>
              </a:ext>
            </a:extLst>
          </p:cNvPr>
          <p:cNvSpPr>
            <a:spLocks noGrp="1"/>
          </p:cNvSpPr>
          <p:nvPr>
            <p:ph type="sldNum" sz="quarter" idx="12"/>
          </p:nvPr>
        </p:nvSpPr>
        <p:spPr/>
        <p:txBody>
          <a:bodyPr/>
          <a:lstStyle/>
          <a:p>
            <a:fld id="{3D129DF5-DA21-429A-AC57-BC28FFF81351}" type="slidenum">
              <a:rPr lang="en-US" smtClean="0"/>
              <a:t>8</a:t>
            </a:fld>
            <a:endParaRPr lang="en-US" dirty="0"/>
          </a:p>
        </p:txBody>
      </p:sp>
      <p:sp>
        <p:nvSpPr>
          <p:cNvPr id="8" name="Content Placeholder 7">
            <a:extLst>
              <a:ext uri="{FF2B5EF4-FFF2-40B4-BE49-F238E27FC236}">
                <a16:creationId xmlns:a16="http://schemas.microsoft.com/office/drawing/2014/main" id="{D126861D-FB60-4906-8D64-1428CA181204}"/>
              </a:ext>
            </a:extLst>
          </p:cNvPr>
          <p:cNvSpPr>
            <a:spLocks noGrp="1"/>
          </p:cNvSpPr>
          <p:nvPr>
            <p:ph idx="1"/>
          </p:nvPr>
        </p:nvSpPr>
        <p:spPr>
          <a:xfrm>
            <a:off x="838200" y="1073425"/>
            <a:ext cx="10515600" cy="5103537"/>
          </a:xfrm>
        </p:spPr>
        <p:txBody>
          <a:bodyPr/>
          <a:lstStyle/>
          <a:p>
            <a:pPr marL="0" indent="0">
              <a:buNone/>
            </a:pPr>
            <a:r>
              <a:rPr lang="en-US" dirty="0"/>
              <a:t>Main page</a:t>
            </a:r>
          </a:p>
          <a:p>
            <a:pPr marL="0" indent="0">
              <a:buNone/>
            </a:pPr>
            <a:endParaRPr lang="en-US" dirty="0"/>
          </a:p>
        </p:txBody>
      </p:sp>
      <p:pic>
        <p:nvPicPr>
          <p:cNvPr id="11" name="Picture 10">
            <a:extLst>
              <a:ext uri="{FF2B5EF4-FFF2-40B4-BE49-F238E27FC236}">
                <a16:creationId xmlns:a16="http://schemas.microsoft.com/office/drawing/2014/main" id="{BFFE6C66-0AC3-47F0-9D28-538CE0B914CC}"/>
              </a:ext>
            </a:extLst>
          </p:cNvPr>
          <p:cNvPicPr>
            <a:picLocks noChangeAspect="1"/>
          </p:cNvPicPr>
          <p:nvPr/>
        </p:nvPicPr>
        <p:blipFill>
          <a:blip r:embed="rId2"/>
          <a:stretch>
            <a:fillRect/>
          </a:stretch>
        </p:blipFill>
        <p:spPr>
          <a:xfrm>
            <a:off x="1089808" y="1895060"/>
            <a:ext cx="10012383" cy="4962939"/>
          </a:xfrm>
          <a:prstGeom prst="rect">
            <a:avLst/>
          </a:prstGeom>
        </p:spPr>
      </p:pic>
    </p:spTree>
    <p:extLst>
      <p:ext uri="{BB962C8B-B14F-4D97-AF65-F5344CB8AC3E}">
        <p14:creationId xmlns:p14="http://schemas.microsoft.com/office/powerpoint/2010/main" val="2749295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E733-9AF5-41D8-A56C-FB639F60806C}"/>
              </a:ext>
            </a:extLst>
          </p:cNvPr>
          <p:cNvSpPr>
            <a:spLocks noGrp="1"/>
          </p:cNvSpPr>
          <p:nvPr>
            <p:ph type="title"/>
          </p:nvPr>
        </p:nvSpPr>
        <p:spPr>
          <a:xfrm>
            <a:off x="838200" y="238539"/>
            <a:ext cx="10515600" cy="543339"/>
          </a:xfrm>
        </p:spPr>
        <p:txBody>
          <a:bodyPr>
            <a:normAutofit/>
          </a:bodyPr>
          <a:lstStyle/>
          <a:p>
            <a:r>
              <a:rPr lang="en-US" sz="2600" b="1" dirty="0">
                <a:effectLst/>
                <a:latin typeface="Verdana" panose="020B0604030504040204" pitchFamily="34" charset="0"/>
                <a:ea typeface="Verdana" panose="020B0604030504040204" pitchFamily="34" charset="0"/>
                <a:cs typeface="Times New Roman" panose="02020603050405020304" pitchFamily="18" charset="0"/>
              </a:rPr>
              <a:t>Results cont’d</a:t>
            </a:r>
            <a:endParaRPr lang="en-US" sz="2600" dirty="0"/>
          </a:p>
        </p:txBody>
      </p:sp>
      <p:sp>
        <p:nvSpPr>
          <p:cNvPr id="5" name="Date Placeholder 4">
            <a:extLst>
              <a:ext uri="{FF2B5EF4-FFF2-40B4-BE49-F238E27FC236}">
                <a16:creationId xmlns:a16="http://schemas.microsoft.com/office/drawing/2014/main" id="{BAF949A1-A728-4BBB-9B7B-C8566BDF02B0}"/>
              </a:ext>
            </a:extLst>
          </p:cNvPr>
          <p:cNvSpPr>
            <a:spLocks noGrp="1"/>
          </p:cNvSpPr>
          <p:nvPr>
            <p:ph type="dt" sz="half" idx="10"/>
          </p:nvPr>
        </p:nvSpPr>
        <p:spPr/>
        <p:txBody>
          <a:bodyPr/>
          <a:lstStyle/>
          <a:p>
            <a:fld id="{53564E2D-FD86-444B-BA69-AF2DE1CF2D6D}" type="datetime1">
              <a:rPr lang="en-US" smtClean="0"/>
              <a:t>9/29/2021</a:t>
            </a:fld>
            <a:endParaRPr lang="en-US" dirty="0"/>
          </a:p>
        </p:txBody>
      </p:sp>
      <p:sp>
        <p:nvSpPr>
          <p:cNvPr id="6" name="Footer Placeholder 5">
            <a:extLst>
              <a:ext uri="{FF2B5EF4-FFF2-40B4-BE49-F238E27FC236}">
                <a16:creationId xmlns:a16="http://schemas.microsoft.com/office/drawing/2014/main" id="{6F419917-D698-4727-96D5-3AC412F18A66}"/>
              </a:ext>
            </a:extLst>
          </p:cNvPr>
          <p:cNvSpPr>
            <a:spLocks noGrp="1"/>
          </p:cNvSpPr>
          <p:nvPr>
            <p:ph type="ftr" sz="quarter" idx="11"/>
          </p:nvPr>
        </p:nvSpPr>
        <p:spPr/>
        <p:txBody>
          <a:bodyPr/>
          <a:lstStyle/>
          <a:p>
            <a:r>
              <a:rPr lang="en-US" dirty="0"/>
              <a:t>Mobile Agricultural Marketing Application</a:t>
            </a:r>
          </a:p>
        </p:txBody>
      </p:sp>
      <p:sp>
        <p:nvSpPr>
          <p:cNvPr id="7" name="Slide Number Placeholder 6">
            <a:extLst>
              <a:ext uri="{FF2B5EF4-FFF2-40B4-BE49-F238E27FC236}">
                <a16:creationId xmlns:a16="http://schemas.microsoft.com/office/drawing/2014/main" id="{573A3E7D-A93C-4805-A1AA-B84418B713DB}"/>
              </a:ext>
            </a:extLst>
          </p:cNvPr>
          <p:cNvSpPr>
            <a:spLocks noGrp="1"/>
          </p:cNvSpPr>
          <p:nvPr>
            <p:ph type="sldNum" sz="quarter" idx="12"/>
          </p:nvPr>
        </p:nvSpPr>
        <p:spPr/>
        <p:txBody>
          <a:bodyPr/>
          <a:lstStyle/>
          <a:p>
            <a:fld id="{3D129DF5-DA21-429A-AC57-BC28FFF81351}" type="slidenum">
              <a:rPr lang="en-US" smtClean="0"/>
              <a:t>9</a:t>
            </a:fld>
            <a:endParaRPr lang="en-US" dirty="0"/>
          </a:p>
        </p:txBody>
      </p:sp>
      <p:sp>
        <p:nvSpPr>
          <p:cNvPr id="8" name="Content Placeholder 7">
            <a:extLst>
              <a:ext uri="{FF2B5EF4-FFF2-40B4-BE49-F238E27FC236}">
                <a16:creationId xmlns:a16="http://schemas.microsoft.com/office/drawing/2014/main" id="{D126861D-FB60-4906-8D64-1428CA181204}"/>
              </a:ext>
            </a:extLst>
          </p:cNvPr>
          <p:cNvSpPr>
            <a:spLocks noGrp="1"/>
          </p:cNvSpPr>
          <p:nvPr>
            <p:ph idx="1"/>
          </p:nvPr>
        </p:nvSpPr>
        <p:spPr>
          <a:xfrm>
            <a:off x="838200" y="1073425"/>
            <a:ext cx="10515600" cy="5103537"/>
          </a:xfrm>
        </p:spPr>
        <p:txBody>
          <a:bodyPr/>
          <a:lstStyle/>
          <a:p>
            <a:pPr marL="0" indent="0">
              <a:buNone/>
            </a:pPr>
            <a:r>
              <a:rPr lang="en-US" dirty="0"/>
              <a:t>Admin main page</a:t>
            </a:r>
          </a:p>
          <a:p>
            <a:pPr marL="0" indent="0">
              <a:buNone/>
            </a:pPr>
            <a:endParaRPr lang="en-US" dirty="0"/>
          </a:p>
          <a:p>
            <a:pPr marL="0" indent="0">
              <a:buNone/>
            </a:pPr>
            <a:endParaRPr lang="en-US" dirty="0"/>
          </a:p>
        </p:txBody>
      </p:sp>
      <p:pic>
        <p:nvPicPr>
          <p:cNvPr id="10" name="Picture 9">
            <a:extLst>
              <a:ext uri="{FF2B5EF4-FFF2-40B4-BE49-F238E27FC236}">
                <a16:creationId xmlns:a16="http://schemas.microsoft.com/office/drawing/2014/main" id="{D82C788E-72AF-42CB-9D8F-C3F01A797710}"/>
              </a:ext>
            </a:extLst>
          </p:cNvPr>
          <p:cNvPicPr>
            <a:picLocks noChangeAspect="1"/>
          </p:cNvPicPr>
          <p:nvPr/>
        </p:nvPicPr>
        <p:blipFill>
          <a:blip r:embed="rId2"/>
          <a:stretch>
            <a:fillRect/>
          </a:stretch>
        </p:blipFill>
        <p:spPr>
          <a:xfrm>
            <a:off x="838200" y="1749287"/>
            <a:ext cx="11353800" cy="4549206"/>
          </a:xfrm>
          <a:prstGeom prst="rect">
            <a:avLst/>
          </a:prstGeom>
        </p:spPr>
      </p:pic>
    </p:spTree>
    <p:extLst>
      <p:ext uri="{BB962C8B-B14F-4D97-AF65-F5344CB8AC3E}">
        <p14:creationId xmlns:p14="http://schemas.microsoft.com/office/powerpoint/2010/main" val="2772107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E733-9AF5-41D8-A56C-FB639F60806C}"/>
              </a:ext>
            </a:extLst>
          </p:cNvPr>
          <p:cNvSpPr>
            <a:spLocks noGrp="1"/>
          </p:cNvSpPr>
          <p:nvPr>
            <p:ph type="title"/>
          </p:nvPr>
        </p:nvSpPr>
        <p:spPr>
          <a:xfrm>
            <a:off x="838200" y="238539"/>
            <a:ext cx="10515600" cy="834887"/>
          </a:xfrm>
        </p:spPr>
        <p:txBody>
          <a:bodyPr>
            <a:normAutofit/>
          </a:bodyPr>
          <a:lstStyle/>
          <a:p>
            <a:r>
              <a:rPr lang="en-US" sz="2600" b="1" dirty="0">
                <a:effectLst/>
                <a:latin typeface="Verdana" panose="020B0604030504040204" pitchFamily="34" charset="0"/>
                <a:ea typeface="Verdana" panose="020B0604030504040204" pitchFamily="34" charset="0"/>
                <a:cs typeface="Times New Roman" panose="02020603050405020304" pitchFamily="18" charset="0"/>
              </a:rPr>
              <a:t>Results cont’d</a:t>
            </a:r>
            <a:endParaRPr lang="en-US" sz="2600" dirty="0"/>
          </a:p>
        </p:txBody>
      </p:sp>
      <p:sp>
        <p:nvSpPr>
          <p:cNvPr id="5" name="Date Placeholder 4">
            <a:extLst>
              <a:ext uri="{FF2B5EF4-FFF2-40B4-BE49-F238E27FC236}">
                <a16:creationId xmlns:a16="http://schemas.microsoft.com/office/drawing/2014/main" id="{BAF949A1-A728-4BBB-9B7B-C8566BDF02B0}"/>
              </a:ext>
            </a:extLst>
          </p:cNvPr>
          <p:cNvSpPr>
            <a:spLocks noGrp="1"/>
          </p:cNvSpPr>
          <p:nvPr>
            <p:ph type="dt" sz="half" idx="10"/>
          </p:nvPr>
        </p:nvSpPr>
        <p:spPr/>
        <p:txBody>
          <a:bodyPr/>
          <a:lstStyle/>
          <a:p>
            <a:fld id="{53564E2D-FD86-444B-BA69-AF2DE1CF2D6D}" type="datetime1">
              <a:rPr lang="en-US" smtClean="0"/>
              <a:t>9/29/2021</a:t>
            </a:fld>
            <a:endParaRPr lang="en-US" dirty="0"/>
          </a:p>
        </p:txBody>
      </p:sp>
      <p:sp>
        <p:nvSpPr>
          <p:cNvPr id="6" name="Footer Placeholder 5">
            <a:extLst>
              <a:ext uri="{FF2B5EF4-FFF2-40B4-BE49-F238E27FC236}">
                <a16:creationId xmlns:a16="http://schemas.microsoft.com/office/drawing/2014/main" id="{6F419917-D698-4727-96D5-3AC412F18A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73A3E7D-A93C-4805-A1AA-B84418B713DB}"/>
              </a:ext>
            </a:extLst>
          </p:cNvPr>
          <p:cNvSpPr>
            <a:spLocks noGrp="1"/>
          </p:cNvSpPr>
          <p:nvPr>
            <p:ph type="sldNum" sz="quarter" idx="12"/>
          </p:nvPr>
        </p:nvSpPr>
        <p:spPr/>
        <p:txBody>
          <a:bodyPr/>
          <a:lstStyle/>
          <a:p>
            <a:fld id="{3D129DF5-DA21-429A-AC57-BC28FFF81351}" type="slidenum">
              <a:rPr lang="en-US" smtClean="0"/>
              <a:t>10</a:t>
            </a:fld>
            <a:endParaRPr lang="en-US" dirty="0"/>
          </a:p>
        </p:txBody>
      </p:sp>
      <p:sp>
        <p:nvSpPr>
          <p:cNvPr id="8" name="Content Placeholder 7">
            <a:extLst>
              <a:ext uri="{FF2B5EF4-FFF2-40B4-BE49-F238E27FC236}">
                <a16:creationId xmlns:a16="http://schemas.microsoft.com/office/drawing/2014/main" id="{D126861D-FB60-4906-8D64-1428CA181204}"/>
              </a:ext>
            </a:extLst>
          </p:cNvPr>
          <p:cNvSpPr>
            <a:spLocks noGrp="1"/>
          </p:cNvSpPr>
          <p:nvPr>
            <p:ph idx="1"/>
          </p:nvPr>
        </p:nvSpPr>
        <p:spPr>
          <a:xfrm>
            <a:off x="838200" y="1073425"/>
            <a:ext cx="10515600" cy="5103537"/>
          </a:xfrm>
        </p:spPr>
        <p:txBody>
          <a:bodyPr/>
          <a:lstStyle/>
          <a:p>
            <a:pPr marL="0" indent="0">
              <a:buNone/>
            </a:pPr>
            <a:r>
              <a:rPr lang="en-US" dirty="0"/>
              <a:t>Product page</a:t>
            </a:r>
          </a:p>
          <a:p>
            <a:pPr marL="0" indent="0">
              <a:buNone/>
            </a:pPr>
            <a:endParaRPr lang="en-US" dirty="0"/>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93EBE58D-CF3A-40F6-B19E-DE5C6A4F9260}"/>
              </a:ext>
            </a:extLst>
          </p:cNvPr>
          <p:cNvPicPr>
            <a:picLocks noChangeAspect="1"/>
          </p:cNvPicPr>
          <p:nvPr/>
        </p:nvPicPr>
        <p:blipFill>
          <a:blip r:embed="rId2"/>
          <a:stretch>
            <a:fillRect/>
          </a:stretch>
        </p:blipFill>
        <p:spPr>
          <a:xfrm>
            <a:off x="838200" y="1590261"/>
            <a:ext cx="10515600" cy="4708232"/>
          </a:xfrm>
          <a:prstGeom prst="rect">
            <a:avLst/>
          </a:prstGeom>
        </p:spPr>
      </p:pic>
    </p:spTree>
    <p:extLst>
      <p:ext uri="{BB962C8B-B14F-4D97-AF65-F5344CB8AC3E}">
        <p14:creationId xmlns:p14="http://schemas.microsoft.com/office/powerpoint/2010/main" val="3986823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E733-9AF5-41D8-A56C-FB639F60806C}"/>
              </a:ext>
            </a:extLst>
          </p:cNvPr>
          <p:cNvSpPr>
            <a:spLocks noGrp="1"/>
          </p:cNvSpPr>
          <p:nvPr>
            <p:ph type="title"/>
          </p:nvPr>
        </p:nvSpPr>
        <p:spPr>
          <a:xfrm>
            <a:off x="838200" y="238539"/>
            <a:ext cx="10515600" cy="834887"/>
          </a:xfrm>
        </p:spPr>
        <p:txBody>
          <a:bodyPr>
            <a:normAutofit/>
          </a:bodyPr>
          <a:lstStyle/>
          <a:p>
            <a:r>
              <a:rPr lang="en-US" sz="2600" b="1" dirty="0">
                <a:effectLst/>
                <a:latin typeface="Verdana" panose="020B0604030504040204" pitchFamily="34" charset="0"/>
                <a:ea typeface="Verdana" panose="020B0604030504040204" pitchFamily="34" charset="0"/>
                <a:cs typeface="Times New Roman" panose="02020603050405020304" pitchFamily="18" charset="0"/>
              </a:rPr>
              <a:t>Conclusion</a:t>
            </a:r>
            <a:endParaRPr lang="en-US" sz="2600" dirty="0"/>
          </a:p>
        </p:txBody>
      </p:sp>
      <p:sp>
        <p:nvSpPr>
          <p:cNvPr id="5" name="Date Placeholder 4">
            <a:extLst>
              <a:ext uri="{FF2B5EF4-FFF2-40B4-BE49-F238E27FC236}">
                <a16:creationId xmlns:a16="http://schemas.microsoft.com/office/drawing/2014/main" id="{BAF949A1-A728-4BBB-9B7B-C8566BDF02B0}"/>
              </a:ext>
            </a:extLst>
          </p:cNvPr>
          <p:cNvSpPr>
            <a:spLocks noGrp="1"/>
          </p:cNvSpPr>
          <p:nvPr>
            <p:ph type="dt" sz="half" idx="10"/>
          </p:nvPr>
        </p:nvSpPr>
        <p:spPr/>
        <p:txBody>
          <a:bodyPr/>
          <a:lstStyle/>
          <a:p>
            <a:fld id="{53564E2D-FD86-444B-BA69-AF2DE1CF2D6D}" type="datetime1">
              <a:rPr lang="en-US" smtClean="0"/>
              <a:t>9/29/2021</a:t>
            </a:fld>
            <a:endParaRPr lang="en-US" dirty="0"/>
          </a:p>
        </p:txBody>
      </p:sp>
      <p:sp>
        <p:nvSpPr>
          <p:cNvPr id="6" name="Footer Placeholder 5">
            <a:extLst>
              <a:ext uri="{FF2B5EF4-FFF2-40B4-BE49-F238E27FC236}">
                <a16:creationId xmlns:a16="http://schemas.microsoft.com/office/drawing/2014/main" id="{6F419917-D698-4727-96D5-3AC412F18A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73A3E7D-A93C-4805-A1AA-B84418B713DB}"/>
              </a:ext>
            </a:extLst>
          </p:cNvPr>
          <p:cNvSpPr>
            <a:spLocks noGrp="1"/>
          </p:cNvSpPr>
          <p:nvPr>
            <p:ph type="sldNum" sz="quarter" idx="12"/>
          </p:nvPr>
        </p:nvSpPr>
        <p:spPr/>
        <p:txBody>
          <a:bodyPr/>
          <a:lstStyle/>
          <a:p>
            <a:fld id="{3D129DF5-DA21-429A-AC57-BC28FFF81351}" type="slidenum">
              <a:rPr lang="en-US" smtClean="0"/>
              <a:t>11</a:t>
            </a:fld>
            <a:endParaRPr lang="en-US" dirty="0"/>
          </a:p>
        </p:txBody>
      </p:sp>
      <p:sp>
        <p:nvSpPr>
          <p:cNvPr id="8" name="Content Placeholder 7">
            <a:extLst>
              <a:ext uri="{FF2B5EF4-FFF2-40B4-BE49-F238E27FC236}">
                <a16:creationId xmlns:a16="http://schemas.microsoft.com/office/drawing/2014/main" id="{D126861D-FB60-4906-8D64-1428CA181204}"/>
              </a:ext>
            </a:extLst>
          </p:cNvPr>
          <p:cNvSpPr>
            <a:spLocks noGrp="1"/>
          </p:cNvSpPr>
          <p:nvPr>
            <p:ph idx="1"/>
          </p:nvPr>
        </p:nvSpPr>
        <p:spPr>
          <a:xfrm>
            <a:off x="838200" y="1073425"/>
            <a:ext cx="10515600" cy="5103537"/>
          </a:xfrm>
        </p:spPr>
        <p:txBody>
          <a:bodyPr>
            <a:normAutofit/>
          </a:bodyPr>
          <a:lstStyle/>
          <a:p>
            <a:pPr marL="0" marR="0" indent="0" algn="just">
              <a:lnSpc>
                <a:spcPct val="200000"/>
              </a:lnSpc>
              <a:spcBef>
                <a:spcPts val="0"/>
              </a:spcBef>
              <a:spcAft>
                <a:spcPts val="800"/>
              </a:spcAft>
              <a:buNone/>
            </a:pPr>
            <a:r>
              <a:rPr lang="en-US" sz="2400" dirty="0">
                <a:effectLst/>
                <a:latin typeface="Verdana" panose="020B0604030504040204" pitchFamily="34" charset="0"/>
                <a:ea typeface="Verdana" panose="020B0604030504040204" pitchFamily="34" charset="0"/>
              </a:rPr>
              <a:t>The aim of this project is to provide an online marketing system to be used by farmers and buyers of agricultural products within BAB Municipality. The aims include, to automate marketing, purchasing and payment of agricultural products. This project has been successfully completed and will go a long way to change the mode of marketing and buying of the products of smallholder farmers in the Municipality.</a:t>
            </a:r>
          </a:p>
        </p:txBody>
      </p:sp>
    </p:spTree>
    <p:extLst>
      <p:ext uri="{BB962C8B-B14F-4D97-AF65-F5344CB8AC3E}">
        <p14:creationId xmlns:p14="http://schemas.microsoft.com/office/powerpoint/2010/main" val="21248775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4E733-9AF5-41D8-A56C-FB639F60806C}"/>
              </a:ext>
            </a:extLst>
          </p:cNvPr>
          <p:cNvSpPr>
            <a:spLocks noGrp="1"/>
          </p:cNvSpPr>
          <p:nvPr>
            <p:ph type="title"/>
          </p:nvPr>
        </p:nvSpPr>
        <p:spPr>
          <a:xfrm>
            <a:off x="838200" y="238539"/>
            <a:ext cx="10515600" cy="834887"/>
          </a:xfrm>
        </p:spPr>
        <p:txBody>
          <a:bodyPr>
            <a:normAutofit/>
          </a:bodyPr>
          <a:lstStyle/>
          <a:p>
            <a:r>
              <a:rPr lang="en-US" sz="2600" b="1" dirty="0">
                <a:effectLst/>
                <a:latin typeface="Verdana" panose="020B0604030504040204" pitchFamily="34" charset="0"/>
                <a:ea typeface="Verdana" panose="020B0604030504040204" pitchFamily="34" charset="0"/>
                <a:cs typeface="Times New Roman" panose="02020603050405020304" pitchFamily="18" charset="0"/>
              </a:rPr>
              <a:t>Conclusion</a:t>
            </a:r>
            <a:endParaRPr lang="en-US" sz="2600" dirty="0"/>
          </a:p>
        </p:txBody>
      </p:sp>
      <p:sp>
        <p:nvSpPr>
          <p:cNvPr id="5" name="Date Placeholder 4">
            <a:extLst>
              <a:ext uri="{FF2B5EF4-FFF2-40B4-BE49-F238E27FC236}">
                <a16:creationId xmlns:a16="http://schemas.microsoft.com/office/drawing/2014/main" id="{BAF949A1-A728-4BBB-9B7B-C8566BDF02B0}"/>
              </a:ext>
            </a:extLst>
          </p:cNvPr>
          <p:cNvSpPr>
            <a:spLocks noGrp="1"/>
          </p:cNvSpPr>
          <p:nvPr>
            <p:ph type="dt" sz="half" idx="10"/>
          </p:nvPr>
        </p:nvSpPr>
        <p:spPr/>
        <p:txBody>
          <a:bodyPr/>
          <a:lstStyle/>
          <a:p>
            <a:fld id="{53564E2D-FD86-444B-BA69-AF2DE1CF2D6D}" type="datetime1">
              <a:rPr lang="en-US" smtClean="0"/>
              <a:t>9/29/2021</a:t>
            </a:fld>
            <a:endParaRPr lang="en-US" dirty="0"/>
          </a:p>
        </p:txBody>
      </p:sp>
      <p:sp>
        <p:nvSpPr>
          <p:cNvPr id="6" name="Footer Placeholder 5">
            <a:extLst>
              <a:ext uri="{FF2B5EF4-FFF2-40B4-BE49-F238E27FC236}">
                <a16:creationId xmlns:a16="http://schemas.microsoft.com/office/drawing/2014/main" id="{6F419917-D698-4727-96D5-3AC412F18A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73A3E7D-A93C-4805-A1AA-B84418B713DB}"/>
              </a:ext>
            </a:extLst>
          </p:cNvPr>
          <p:cNvSpPr>
            <a:spLocks noGrp="1"/>
          </p:cNvSpPr>
          <p:nvPr>
            <p:ph type="sldNum" sz="quarter" idx="12"/>
          </p:nvPr>
        </p:nvSpPr>
        <p:spPr/>
        <p:txBody>
          <a:bodyPr/>
          <a:lstStyle/>
          <a:p>
            <a:fld id="{3D129DF5-DA21-429A-AC57-BC28FFF81351}" type="slidenum">
              <a:rPr lang="en-US" smtClean="0"/>
              <a:t>12</a:t>
            </a:fld>
            <a:endParaRPr lang="en-US" dirty="0"/>
          </a:p>
        </p:txBody>
      </p:sp>
      <p:sp>
        <p:nvSpPr>
          <p:cNvPr id="8" name="Content Placeholder 7">
            <a:extLst>
              <a:ext uri="{FF2B5EF4-FFF2-40B4-BE49-F238E27FC236}">
                <a16:creationId xmlns:a16="http://schemas.microsoft.com/office/drawing/2014/main" id="{D126861D-FB60-4906-8D64-1428CA181204}"/>
              </a:ext>
            </a:extLst>
          </p:cNvPr>
          <p:cNvSpPr>
            <a:spLocks noGrp="1"/>
          </p:cNvSpPr>
          <p:nvPr>
            <p:ph idx="1"/>
          </p:nvPr>
        </p:nvSpPr>
        <p:spPr>
          <a:xfrm>
            <a:off x="838200" y="1073425"/>
            <a:ext cx="10515600" cy="5103537"/>
          </a:xfrm>
        </p:spPr>
        <p:txBody>
          <a:bodyPr>
            <a:normAutofit/>
          </a:bodyPr>
          <a:lstStyle/>
          <a:p>
            <a:pPr marL="0" marR="0" indent="0" algn="just">
              <a:lnSpc>
                <a:spcPct val="200000"/>
              </a:lnSpc>
              <a:spcBef>
                <a:spcPts val="0"/>
              </a:spcBef>
              <a:spcAft>
                <a:spcPts val="800"/>
              </a:spcAft>
              <a:buNone/>
            </a:pPr>
            <a:r>
              <a:rPr lang="en-US" sz="2400" dirty="0">
                <a:effectLst/>
                <a:latin typeface="Verdana" panose="020B0604030504040204" pitchFamily="34" charset="0"/>
                <a:ea typeface="Verdana" panose="020B0604030504040204" pitchFamily="34" charset="0"/>
              </a:rPr>
              <a:t>The aim of this project is to provide an online marketing system to be used by farmers and buyers of agricultural products within BAB Municipality. The aims include, to automate marketing, purchasing and payment of agricultural products. This project has been successfully completed and will go a long way to change the mode of marketing and buying of the products of smallholder farmers in the Municipality.</a:t>
            </a:r>
          </a:p>
        </p:txBody>
      </p:sp>
    </p:spTree>
    <p:extLst>
      <p:ext uri="{BB962C8B-B14F-4D97-AF65-F5344CB8AC3E}">
        <p14:creationId xmlns:p14="http://schemas.microsoft.com/office/powerpoint/2010/main" val="1567814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233B4-5AE4-4858-AC32-D64333BD0A49}"/>
              </a:ext>
            </a:extLst>
          </p:cNvPr>
          <p:cNvSpPr>
            <a:spLocks noGrp="1"/>
          </p:cNvSpPr>
          <p:nvPr>
            <p:ph type="title"/>
          </p:nvPr>
        </p:nvSpPr>
        <p:spPr>
          <a:xfrm>
            <a:off x="1466850" y="365126"/>
            <a:ext cx="9886950" cy="730250"/>
          </a:xfrm>
        </p:spPr>
        <p:txBody>
          <a:bodyPr>
            <a:normAutofit fontScale="90000"/>
          </a:bodyPr>
          <a:lstStyle/>
          <a:p>
            <a:r>
              <a:rPr lang="en-US" sz="2700" b="1" dirty="0">
                <a:latin typeface="Verdana" panose="020B0604030504040204" pitchFamily="34" charset="0"/>
                <a:ea typeface="Verdana" panose="020B0604030504040204" pitchFamily="34" charset="0"/>
              </a:rPr>
              <a:t>References</a:t>
            </a:r>
            <a:br>
              <a:rPr lang="en-US" sz="2600" b="1" dirty="0">
                <a:latin typeface="Verdana" panose="020B0604030504040204" pitchFamily="34" charset="0"/>
                <a:ea typeface="Verdana" panose="020B0604030504040204" pitchFamily="34" charset="0"/>
              </a:rPr>
            </a:br>
            <a:endParaRPr lang="en-US" sz="2600" b="1" dirty="0">
              <a:latin typeface="Verdana" panose="020B0604030504040204" pitchFamily="34" charset="0"/>
              <a:ea typeface="Verdana" panose="020B0604030504040204" pitchFamily="34" charset="0"/>
            </a:endParaRPr>
          </a:p>
        </p:txBody>
      </p:sp>
      <p:sp>
        <p:nvSpPr>
          <p:cNvPr id="3" name="Content Placeholder 2">
            <a:extLst>
              <a:ext uri="{FF2B5EF4-FFF2-40B4-BE49-F238E27FC236}">
                <a16:creationId xmlns:a16="http://schemas.microsoft.com/office/drawing/2014/main" id="{09DEDB6A-3010-435B-A30E-7311D9D732E9}"/>
              </a:ext>
            </a:extLst>
          </p:cNvPr>
          <p:cNvSpPr>
            <a:spLocks noGrp="1"/>
          </p:cNvSpPr>
          <p:nvPr>
            <p:ph idx="1"/>
          </p:nvPr>
        </p:nvSpPr>
        <p:spPr>
          <a:xfrm>
            <a:off x="1466850" y="955674"/>
            <a:ext cx="10096500" cy="5254625"/>
          </a:xfrm>
        </p:spPr>
        <p:txBody>
          <a:bodyPr>
            <a:noAutofit/>
          </a:bodyPr>
          <a:lstStyle/>
          <a:p>
            <a:pPr marL="0" marR="0" indent="-457200" algn="just">
              <a:lnSpc>
                <a:spcPct val="150000"/>
              </a:lnSpc>
              <a:spcBef>
                <a:spcPts val="0"/>
              </a:spcBef>
              <a:spcAft>
                <a:spcPts val="0"/>
              </a:spcAft>
              <a:buNone/>
            </a:pPr>
            <a:r>
              <a:rPr lang="en-US" sz="1400" dirty="0">
                <a:effectLst/>
                <a:latin typeface="Verdana" panose="020B0604030504040204" pitchFamily="34" charset="0"/>
                <a:ea typeface="Verdana" panose="020B0604030504040204" pitchFamily="34" charset="0"/>
                <a:cs typeface="Times New Roman" panose="02020603050405020304" pitchFamily="18" charset="0"/>
              </a:rPr>
              <a:t>Fred, M. D., &amp; Patricia A. (2013) “</a:t>
            </a:r>
            <a:r>
              <a:rPr lang="en-US" sz="1400" i="1" dirty="0">
                <a:effectLst/>
                <a:latin typeface="Verdana" panose="020B0604030504040204" pitchFamily="34" charset="0"/>
                <a:ea typeface="Verdana" panose="020B0604030504040204" pitchFamily="34" charset="0"/>
                <a:cs typeface="Times New Roman" panose="02020603050405020304" pitchFamily="18" charset="0"/>
              </a:rPr>
              <a:t>Agricultural sector development: Policies and options”. </a:t>
            </a:r>
            <a:r>
              <a:rPr lang="en-US" sz="1400" dirty="0">
                <a:effectLst/>
                <a:latin typeface="Verdana" panose="020B0604030504040204" pitchFamily="34" charset="0"/>
                <a:ea typeface="Verdana" panose="020B0604030504040204" pitchFamily="34" charset="0"/>
                <a:cs typeface="Times New Roman" panose="02020603050405020304" pitchFamily="18" charset="0"/>
              </a:rPr>
              <a:t>University of Ghana</a:t>
            </a:r>
          </a:p>
          <a:p>
            <a:pPr marL="0" marR="0" indent="-457200" algn="just">
              <a:lnSpc>
                <a:spcPct val="150000"/>
              </a:lnSpc>
              <a:spcBef>
                <a:spcPts val="0"/>
              </a:spcBef>
              <a:spcAft>
                <a:spcPts val="0"/>
              </a:spcAft>
              <a:buNone/>
            </a:pPr>
            <a:r>
              <a:rPr lang="en-US" sz="1400" dirty="0">
                <a:effectLst/>
                <a:latin typeface="Verdana" panose="020B0604030504040204" pitchFamily="34" charset="0"/>
                <a:ea typeface="Verdana" panose="020B0604030504040204" pitchFamily="34" charset="0"/>
                <a:cs typeface="Times New Roman" panose="02020603050405020304" pitchFamily="18" charset="0"/>
              </a:rPr>
              <a:t>Abdul, G., Hammad, B., &amp; Asif, M. (2010).</a:t>
            </a:r>
            <a:r>
              <a:rPr lang="en-US" sz="1400" b="1" dirty="0">
                <a:effectLst/>
                <a:latin typeface="Verdana" panose="020B0604030504040204" pitchFamily="34" charset="0"/>
                <a:ea typeface="Verdana" panose="020B0604030504040204" pitchFamily="34" charset="0"/>
                <a:cs typeface="Times New Roman" panose="02020603050405020304" pitchFamily="18" charset="0"/>
              </a:rPr>
              <a:t> “</a:t>
            </a:r>
            <a:r>
              <a:rPr lang="en-US" sz="1400" i="1" dirty="0">
                <a:effectLst/>
                <a:latin typeface="Verdana" panose="020B0604030504040204" pitchFamily="34" charset="0"/>
                <a:ea typeface="Verdana" panose="020B0604030504040204" pitchFamily="34" charset="0"/>
                <a:cs typeface="Times New Roman" panose="02020603050405020304" pitchFamily="18" charset="0"/>
              </a:rPr>
              <a:t>Marketing of Agricultural Products</a:t>
            </a:r>
            <a:r>
              <a:rPr lang="en-US" sz="1400" dirty="0">
                <a:effectLst/>
                <a:latin typeface="Verdana" panose="020B0604030504040204" pitchFamily="34" charset="0"/>
                <a:ea typeface="Verdana" panose="020B0604030504040204" pitchFamily="34" charset="0"/>
                <a:cs typeface="Times New Roman" panose="02020603050405020304" pitchFamily="18" charset="0"/>
              </a:rPr>
              <a:t>. Institute of Business Management Sciences, University of Agriculture, Faisalabad, Pakistan.</a:t>
            </a:r>
          </a:p>
          <a:p>
            <a:pPr marL="0" marR="0" indent="-457200" algn="just">
              <a:lnSpc>
                <a:spcPct val="150000"/>
              </a:lnSpc>
              <a:spcBef>
                <a:spcPts val="0"/>
              </a:spcBef>
              <a:spcAft>
                <a:spcPts val="0"/>
              </a:spcAft>
              <a:buNone/>
            </a:pPr>
            <a:r>
              <a:rPr lang="en-US" sz="1400" dirty="0">
                <a:effectLst/>
                <a:latin typeface="Verdana" panose="020B0604030504040204" pitchFamily="34" charset="0"/>
                <a:ea typeface="Verdana" panose="020B0604030504040204" pitchFamily="34" charset="0"/>
                <a:cs typeface="Times New Roman" panose="02020603050405020304" pitchFamily="18" charset="0"/>
              </a:rPr>
              <a:t>Clemens, B., </a:t>
            </a:r>
            <a:r>
              <a:rPr lang="en-US" sz="1400" dirty="0" err="1">
                <a:effectLst/>
                <a:latin typeface="Verdana" panose="020B0604030504040204" pitchFamily="34" charset="0"/>
                <a:ea typeface="Verdana" panose="020B0604030504040204" pitchFamily="34" charset="0"/>
                <a:cs typeface="Times New Roman" panose="02020603050405020304" pitchFamily="18" charset="0"/>
              </a:rPr>
              <a:t>Xinshen</a:t>
            </a:r>
            <a:r>
              <a:rPr lang="en-US" sz="1400" dirty="0">
                <a:effectLst/>
                <a:latin typeface="Verdana" panose="020B0604030504040204" pitchFamily="34" charset="0"/>
                <a:ea typeface="Verdana" panose="020B0604030504040204" pitchFamily="34" charset="0"/>
                <a:cs typeface="Times New Roman" panose="02020603050405020304" pitchFamily="18" charset="0"/>
              </a:rPr>
              <a:t>, D., Ramatu, A., &amp; James, T. (2015</a:t>
            </a:r>
            <a:r>
              <a:rPr lang="en-US" sz="1400" i="1" dirty="0">
                <a:effectLst/>
                <a:latin typeface="Verdana" panose="020B0604030504040204" pitchFamily="34" charset="0"/>
                <a:ea typeface="Verdana" panose="020B0604030504040204" pitchFamily="34" charset="0"/>
                <a:cs typeface="Times New Roman" panose="02020603050405020304" pitchFamily="18" charset="0"/>
              </a:rPr>
              <a:t>). Agriculture for Development in Ghana: New Opportunities and Challenges</a:t>
            </a:r>
            <a:r>
              <a:rPr lang="en-US" sz="1400" dirty="0">
                <a:effectLst/>
                <a:latin typeface="Verdana" panose="020B0604030504040204" pitchFamily="34" charset="0"/>
                <a:ea typeface="Verdana" panose="020B0604030504040204" pitchFamily="34" charset="0"/>
                <a:cs typeface="Times New Roman" panose="02020603050405020304" pitchFamily="18" charset="0"/>
              </a:rPr>
              <a:t>,</a:t>
            </a:r>
            <a:r>
              <a:rPr lang="en-US" sz="1400" b="1" dirty="0">
                <a:effectLst/>
                <a:latin typeface="Verdana" panose="020B0604030504040204" pitchFamily="34" charset="0"/>
                <a:ea typeface="Verdana" panose="020B0604030504040204" pitchFamily="34" charset="0"/>
                <a:cs typeface="Times New Roman" panose="02020603050405020304" pitchFamily="18" charset="0"/>
              </a:rPr>
              <a:t> </a:t>
            </a:r>
            <a:r>
              <a:rPr lang="en-US" sz="1400" dirty="0">
                <a:effectLst/>
                <a:latin typeface="Verdana" panose="020B0604030504040204" pitchFamily="34" charset="0"/>
                <a:ea typeface="Verdana" panose="020B0604030504040204" pitchFamily="34" charset="0"/>
                <a:cs typeface="Times New Roman" panose="02020603050405020304" pitchFamily="18" charset="0"/>
              </a:rPr>
              <a:t>International Food Policy Research Institute</a:t>
            </a:r>
          </a:p>
          <a:p>
            <a:pPr marL="0" marR="0" indent="-457200" algn="just">
              <a:lnSpc>
                <a:spcPct val="150000"/>
              </a:lnSpc>
              <a:spcBef>
                <a:spcPts val="0"/>
              </a:spcBef>
              <a:spcAft>
                <a:spcPts val="800"/>
              </a:spcAft>
              <a:buNone/>
            </a:pPr>
            <a:r>
              <a:rPr lang="en-ZA" sz="1400" dirty="0">
                <a:effectLst/>
                <a:latin typeface="Verdana" panose="020B0604030504040204" pitchFamily="34" charset="0"/>
                <a:ea typeface="Verdana" panose="020B0604030504040204" pitchFamily="34" charset="0"/>
                <a:cs typeface="Times New Roman" panose="02020603050405020304" pitchFamily="18" charset="0"/>
              </a:rPr>
              <a:t>Ghana</a:t>
            </a:r>
            <a:r>
              <a:rPr lang="en-ZA" sz="1400" b="1" dirty="0">
                <a:effectLst/>
                <a:latin typeface="Verdana" panose="020B0604030504040204" pitchFamily="34" charset="0"/>
                <a:ea typeface="Verdana" panose="020B0604030504040204" pitchFamily="34" charset="0"/>
                <a:cs typeface="Times New Roman" panose="02020603050405020304" pitchFamily="18" charset="0"/>
              </a:rPr>
              <a:t> </a:t>
            </a:r>
            <a:r>
              <a:rPr lang="en-ZA" sz="1400" dirty="0">
                <a:effectLst/>
                <a:latin typeface="Verdana" panose="020B0604030504040204" pitchFamily="34" charset="0"/>
                <a:ea typeface="Verdana" panose="020B0604030504040204" pitchFamily="34" charset="0"/>
                <a:cs typeface="Times New Roman" panose="02020603050405020304" pitchFamily="18" charset="0"/>
              </a:rPr>
              <a:t>Statistical Service (2015). </a:t>
            </a:r>
            <a:r>
              <a:rPr lang="en-ZA" sz="1400" i="1" dirty="0">
                <a:effectLst/>
                <a:latin typeface="Verdana" panose="020B0604030504040204" pitchFamily="34" charset="0"/>
                <a:ea typeface="Verdana" panose="020B0604030504040204" pitchFamily="34" charset="0"/>
                <a:cs typeface="Times New Roman" panose="02020603050405020304" pitchFamily="18" charset="0"/>
              </a:rPr>
              <a:t>Labour force report</a:t>
            </a:r>
            <a:r>
              <a:rPr lang="en-ZA" sz="1400" dirty="0">
                <a:effectLst/>
                <a:latin typeface="Verdana" panose="020B0604030504040204" pitchFamily="34" charset="0"/>
                <a:ea typeface="Verdana" panose="020B0604030504040204" pitchFamily="34" charset="0"/>
                <a:cs typeface="Times New Roman" panose="02020603050405020304" pitchFamily="18" charset="0"/>
              </a:rPr>
              <a:t>.</a:t>
            </a:r>
            <a:endParaRPr lang="en-US" sz="1400" dirty="0">
              <a:effectLst/>
              <a:latin typeface="Verdana" panose="020B0604030504040204" pitchFamily="34" charset="0"/>
              <a:ea typeface="Verdana" panose="020B0604030504040204" pitchFamily="34" charset="0"/>
              <a:cs typeface="Times New Roman" panose="02020603050405020304" pitchFamily="18" charset="0"/>
            </a:endParaRPr>
          </a:p>
          <a:p>
            <a:pPr marL="0" marR="0" indent="-457200" algn="just">
              <a:lnSpc>
                <a:spcPct val="150000"/>
              </a:lnSpc>
              <a:spcBef>
                <a:spcPts val="0"/>
              </a:spcBef>
              <a:spcAft>
                <a:spcPts val="0"/>
              </a:spcAft>
              <a:buNone/>
            </a:pPr>
            <a:r>
              <a:rPr lang="en-US" sz="1400" dirty="0" err="1">
                <a:effectLst/>
                <a:latin typeface="Verdana" panose="020B0604030504040204" pitchFamily="34" charset="0"/>
                <a:ea typeface="Verdana" panose="020B0604030504040204" pitchFamily="34" charset="0"/>
                <a:cs typeface="Times New Roman" panose="02020603050405020304" pitchFamily="18" charset="0"/>
              </a:rPr>
              <a:t>Mamudu</a:t>
            </a:r>
            <a:r>
              <a:rPr lang="en-US" sz="1400" dirty="0">
                <a:effectLst/>
                <a:latin typeface="Verdana" panose="020B0604030504040204" pitchFamily="34" charset="0"/>
                <a:ea typeface="Verdana" panose="020B0604030504040204" pitchFamily="34" charset="0"/>
                <a:cs typeface="Times New Roman" panose="02020603050405020304" pitchFamily="18" charset="0"/>
              </a:rPr>
              <a:t>, A. A., Chris, J. G., &amp; Peter, D. (2013). </a:t>
            </a:r>
            <a:r>
              <a:rPr lang="en-US" sz="1400" i="1" dirty="0">
                <a:effectLst/>
                <a:latin typeface="Verdana" panose="020B0604030504040204" pitchFamily="34" charset="0"/>
                <a:ea typeface="Verdana" panose="020B0604030504040204" pitchFamily="34" charset="0"/>
                <a:cs typeface="Times New Roman" panose="02020603050405020304" pitchFamily="18" charset="0"/>
              </a:rPr>
              <a:t>Improvement in Crop Production in Ghana: Is it due to Area Expansion or Increased Productivity?</a:t>
            </a:r>
            <a:r>
              <a:rPr lang="en-US" sz="1400" dirty="0">
                <a:effectLst/>
                <a:latin typeface="Verdana" panose="020B0604030504040204" pitchFamily="34" charset="0"/>
                <a:ea typeface="Verdana" panose="020B0604030504040204" pitchFamily="34" charset="0"/>
                <a:cs typeface="Times New Roman" panose="02020603050405020304" pitchFamily="18" charset="0"/>
              </a:rPr>
              <a:t> School of Agriculture, Policy and Development, University of Reading, Reading, RG6 6AR, United Kingdom</a:t>
            </a:r>
          </a:p>
          <a:p>
            <a:pPr marL="0" marR="0" indent="-457200" algn="just">
              <a:lnSpc>
                <a:spcPct val="150000"/>
              </a:lnSpc>
              <a:spcBef>
                <a:spcPts val="0"/>
              </a:spcBef>
              <a:spcAft>
                <a:spcPts val="800"/>
              </a:spcAft>
              <a:buNone/>
            </a:pPr>
            <a:r>
              <a:rPr lang="en-US" sz="1400" dirty="0">
                <a:effectLst/>
                <a:latin typeface="Verdana" panose="020B0604030504040204" pitchFamily="34" charset="0"/>
                <a:ea typeface="Verdana" panose="020B0604030504040204" pitchFamily="34" charset="0"/>
                <a:cs typeface="Times New Roman" panose="02020603050405020304" pitchFamily="18" charset="0"/>
              </a:rPr>
              <a:t>Nilesh, U.B. (2020). </a:t>
            </a:r>
            <a:r>
              <a:rPr lang="en-US" sz="1400" i="1" dirty="0">
                <a:effectLst/>
                <a:latin typeface="Verdana" panose="020B0604030504040204" pitchFamily="34" charset="0"/>
                <a:ea typeface="Verdana" panose="020B0604030504040204" pitchFamily="34" charset="0"/>
                <a:cs typeface="Times New Roman" panose="02020603050405020304" pitchFamily="18" charset="0"/>
              </a:rPr>
              <a:t>Digital agricultural marketing: step towards Sustainable agricultural sector</a:t>
            </a:r>
            <a:r>
              <a:rPr lang="en-US" sz="1400" dirty="0">
                <a:effectLst/>
                <a:latin typeface="Verdana" panose="020B0604030504040204" pitchFamily="34" charset="0"/>
                <a:ea typeface="Verdana" panose="020B0604030504040204" pitchFamily="34" charset="0"/>
                <a:cs typeface="Times New Roman" panose="02020603050405020304" pitchFamily="18" charset="0"/>
              </a:rPr>
              <a:t>. PIRENS Institute of Business Management and Administration, Savitribai Phule Pune University</a:t>
            </a:r>
          </a:p>
          <a:p>
            <a:pPr marL="0" marR="0" indent="-457200" algn="just">
              <a:lnSpc>
                <a:spcPct val="150000"/>
              </a:lnSpc>
              <a:spcBef>
                <a:spcPts val="0"/>
              </a:spcBef>
              <a:spcAft>
                <a:spcPts val="0"/>
              </a:spcAft>
              <a:buNone/>
            </a:pPr>
            <a:r>
              <a:rPr lang="en-US" sz="1400" dirty="0">
                <a:solidFill>
                  <a:srgbClr val="000000"/>
                </a:solidFill>
                <a:effectLst/>
                <a:latin typeface="Verdana" panose="020B0604030504040204" pitchFamily="34" charset="0"/>
                <a:ea typeface="Verdana" panose="020B0604030504040204" pitchFamily="34" charset="0"/>
              </a:rPr>
              <a:t>Olga, N., &amp; Julia, K. (2021</a:t>
            </a:r>
            <a:r>
              <a:rPr lang="en-US" sz="1400" i="1" dirty="0">
                <a:solidFill>
                  <a:srgbClr val="000000"/>
                </a:solidFill>
                <a:effectLst/>
                <a:latin typeface="Verdana" panose="020B0604030504040204" pitchFamily="34" charset="0"/>
                <a:ea typeface="Verdana" panose="020B0604030504040204" pitchFamily="34" charset="0"/>
              </a:rPr>
              <a:t>) The role of digital marketing in improving the efficiency of the product distribution system of agricultural enterprises in the Krasnoyarsk Region, Krasnoyarsk</a:t>
            </a:r>
            <a:r>
              <a:rPr lang="en-US" sz="1400" dirty="0">
                <a:solidFill>
                  <a:srgbClr val="000000"/>
                </a:solidFill>
                <a:effectLst/>
                <a:latin typeface="Verdana" panose="020B0604030504040204" pitchFamily="34" charset="0"/>
                <a:ea typeface="Verdana" panose="020B0604030504040204" pitchFamily="34" charset="0"/>
              </a:rPr>
              <a:t>. State Agrarian University, Krasnoyarsk, Russia </a:t>
            </a:r>
          </a:p>
        </p:txBody>
      </p:sp>
      <p:sp>
        <p:nvSpPr>
          <p:cNvPr id="4" name="Date Placeholder 3">
            <a:extLst>
              <a:ext uri="{FF2B5EF4-FFF2-40B4-BE49-F238E27FC236}">
                <a16:creationId xmlns:a16="http://schemas.microsoft.com/office/drawing/2014/main" id="{59015455-6D65-45C4-B22C-144C1F2A65DB}"/>
              </a:ext>
            </a:extLst>
          </p:cNvPr>
          <p:cNvSpPr>
            <a:spLocks noGrp="1"/>
          </p:cNvSpPr>
          <p:nvPr>
            <p:ph type="dt" sz="half" idx="10"/>
          </p:nvPr>
        </p:nvSpPr>
        <p:spPr/>
        <p:txBody>
          <a:bodyPr/>
          <a:lstStyle/>
          <a:p>
            <a:fld id="{4F88925E-7406-4A8E-BAFD-3F47FC28BD70}" type="datetime1">
              <a:rPr lang="en-US" smtClean="0"/>
              <a:t>9/29/2021</a:t>
            </a:fld>
            <a:endParaRPr lang="en-US" dirty="0"/>
          </a:p>
        </p:txBody>
      </p:sp>
      <p:sp>
        <p:nvSpPr>
          <p:cNvPr id="5" name="Footer Placeholder 4">
            <a:extLst>
              <a:ext uri="{FF2B5EF4-FFF2-40B4-BE49-F238E27FC236}">
                <a16:creationId xmlns:a16="http://schemas.microsoft.com/office/drawing/2014/main" id="{CB962527-2510-463A-89B1-CFC251DEE32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C3D7376-1F7F-4C5D-A675-C4F4573C241F}"/>
              </a:ext>
            </a:extLst>
          </p:cNvPr>
          <p:cNvSpPr>
            <a:spLocks noGrp="1"/>
          </p:cNvSpPr>
          <p:nvPr>
            <p:ph type="sldNum" sz="quarter" idx="12"/>
          </p:nvPr>
        </p:nvSpPr>
        <p:spPr/>
        <p:txBody>
          <a:bodyPr/>
          <a:lstStyle/>
          <a:p>
            <a:fld id="{3D129DF5-DA21-429A-AC57-BC28FFF81351}" type="slidenum">
              <a:rPr lang="en-US" smtClean="0"/>
              <a:t>13</a:t>
            </a:fld>
            <a:endParaRPr lang="en-US" dirty="0"/>
          </a:p>
        </p:txBody>
      </p:sp>
    </p:spTree>
    <p:extLst>
      <p:ext uri="{BB962C8B-B14F-4D97-AF65-F5344CB8AC3E}">
        <p14:creationId xmlns:p14="http://schemas.microsoft.com/office/powerpoint/2010/main" val="1618943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233B4-5AE4-4858-AC32-D64333BD0A49}"/>
              </a:ext>
            </a:extLst>
          </p:cNvPr>
          <p:cNvSpPr>
            <a:spLocks noGrp="1"/>
          </p:cNvSpPr>
          <p:nvPr>
            <p:ph type="title"/>
          </p:nvPr>
        </p:nvSpPr>
        <p:spPr/>
        <p:txBody>
          <a:bodyPr>
            <a:normAutofit/>
          </a:bodyPr>
          <a:lstStyle/>
          <a:p>
            <a:pPr algn="ctr"/>
            <a:r>
              <a:rPr lang="en-US" sz="2600" dirty="0">
                <a:latin typeface="Verdana" panose="020B0604030504040204" pitchFamily="34" charset="0"/>
                <a:ea typeface="Verdana" panose="020B0604030504040204" pitchFamily="34" charset="0"/>
              </a:rPr>
              <a:t>End of presentation</a:t>
            </a:r>
            <a:br>
              <a:rPr lang="en-US" sz="2600" dirty="0">
                <a:latin typeface="Verdana" panose="020B0604030504040204" pitchFamily="34" charset="0"/>
                <a:ea typeface="Verdana" panose="020B0604030504040204" pitchFamily="34" charset="0"/>
              </a:rPr>
            </a:br>
            <a:endParaRPr lang="en-US" sz="2600" dirty="0">
              <a:latin typeface="Verdana" panose="020B0604030504040204" pitchFamily="34" charset="0"/>
              <a:ea typeface="Verdana" panose="020B0604030504040204" pitchFamily="34" charset="0"/>
            </a:endParaRPr>
          </a:p>
        </p:txBody>
      </p:sp>
      <p:sp>
        <p:nvSpPr>
          <p:cNvPr id="3" name="Content Placeholder 2">
            <a:extLst>
              <a:ext uri="{FF2B5EF4-FFF2-40B4-BE49-F238E27FC236}">
                <a16:creationId xmlns:a16="http://schemas.microsoft.com/office/drawing/2014/main" id="{09DEDB6A-3010-435B-A30E-7311D9D732E9}"/>
              </a:ext>
            </a:extLst>
          </p:cNvPr>
          <p:cNvSpPr>
            <a:spLocks noGrp="1"/>
          </p:cNvSpPr>
          <p:nvPr>
            <p:ph idx="1"/>
          </p:nvPr>
        </p:nvSpPr>
        <p:spPr/>
        <p:txBody>
          <a:bodyPr>
            <a:normAutofit/>
          </a:bodyPr>
          <a:lstStyle/>
          <a:p>
            <a:pPr marL="0" indent="0" algn="ctr">
              <a:buNone/>
            </a:pPr>
            <a:r>
              <a:rPr lang="en-US" sz="2400" dirty="0">
                <a:latin typeface="Verdana" panose="020B0604030504040204" pitchFamily="34" charset="0"/>
                <a:ea typeface="Verdana" panose="020B0604030504040204" pitchFamily="34" charset="0"/>
              </a:rPr>
              <a:t>Thank You!</a:t>
            </a:r>
          </a:p>
        </p:txBody>
      </p:sp>
      <p:sp>
        <p:nvSpPr>
          <p:cNvPr id="4" name="Date Placeholder 3">
            <a:extLst>
              <a:ext uri="{FF2B5EF4-FFF2-40B4-BE49-F238E27FC236}">
                <a16:creationId xmlns:a16="http://schemas.microsoft.com/office/drawing/2014/main" id="{59015455-6D65-45C4-B22C-144C1F2A65DB}"/>
              </a:ext>
            </a:extLst>
          </p:cNvPr>
          <p:cNvSpPr>
            <a:spLocks noGrp="1"/>
          </p:cNvSpPr>
          <p:nvPr>
            <p:ph type="dt" sz="half" idx="10"/>
          </p:nvPr>
        </p:nvSpPr>
        <p:spPr/>
        <p:txBody>
          <a:bodyPr/>
          <a:lstStyle/>
          <a:p>
            <a:fld id="{4F88925E-7406-4A8E-BAFD-3F47FC28BD70}" type="datetime1">
              <a:rPr lang="en-US" smtClean="0"/>
              <a:t>9/29/2021</a:t>
            </a:fld>
            <a:endParaRPr lang="en-US" dirty="0"/>
          </a:p>
        </p:txBody>
      </p:sp>
      <p:sp>
        <p:nvSpPr>
          <p:cNvPr id="5" name="Footer Placeholder 4">
            <a:extLst>
              <a:ext uri="{FF2B5EF4-FFF2-40B4-BE49-F238E27FC236}">
                <a16:creationId xmlns:a16="http://schemas.microsoft.com/office/drawing/2014/main" id="{CB962527-2510-463A-89B1-CFC251DEE32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C3D7376-1F7F-4C5D-A675-C4F4573C241F}"/>
              </a:ext>
            </a:extLst>
          </p:cNvPr>
          <p:cNvSpPr>
            <a:spLocks noGrp="1"/>
          </p:cNvSpPr>
          <p:nvPr>
            <p:ph type="sldNum" sz="quarter" idx="12"/>
          </p:nvPr>
        </p:nvSpPr>
        <p:spPr/>
        <p:txBody>
          <a:bodyPr/>
          <a:lstStyle/>
          <a:p>
            <a:fld id="{3D129DF5-DA21-429A-AC57-BC28FFF81351}" type="slidenum">
              <a:rPr lang="en-US" smtClean="0"/>
              <a:t>14</a:t>
            </a:fld>
            <a:endParaRPr lang="en-US" dirty="0"/>
          </a:p>
        </p:txBody>
      </p:sp>
    </p:spTree>
    <p:extLst>
      <p:ext uri="{BB962C8B-B14F-4D97-AF65-F5344CB8AC3E}">
        <p14:creationId xmlns:p14="http://schemas.microsoft.com/office/powerpoint/2010/main" val="31676764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2092</TotalTime>
  <Words>740</Words>
  <Application>Microsoft Office PowerPoint</Application>
  <PresentationFormat>Widescreen</PresentationFormat>
  <Paragraphs>76</Paragraphs>
  <Slides>14</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14</vt:i4>
      </vt:variant>
    </vt:vector>
  </HeadingPairs>
  <TitlesOfParts>
    <vt:vector size="21" baseType="lpstr">
      <vt:lpstr>Arial</vt:lpstr>
      <vt:lpstr>Calibri</vt:lpstr>
      <vt:lpstr>Calibri Light</vt:lpstr>
      <vt:lpstr>Times New Roman</vt:lpstr>
      <vt:lpstr>Verdana</vt:lpstr>
      <vt:lpstr>Office Theme</vt:lpstr>
      <vt:lpstr>Visio</vt:lpstr>
      <vt:lpstr>UNIVERSITY OF ENERGY AND NATURAL RESOURCES SUNYANI DEPARTMENT OF COMPUTER SCIENCE AND INFORMATICS BSc. COMPUTER SCIENCE </vt:lpstr>
      <vt:lpstr>Introduction</vt:lpstr>
      <vt:lpstr>Problem Statement</vt:lpstr>
      <vt:lpstr>Significance of the Study</vt:lpstr>
      <vt:lpstr>Objectives(Specific)</vt:lpstr>
      <vt:lpstr>Methodology </vt:lpstr>
      <vt:lpstr>Use-Case of the System</vt:lpstr>
      <vt:lpstr>Results </vt:lpstr>
      <vt:lpstr>Results cont’d</vt:lpstr>
      <vt:lpstr>Results cont’d</vt:lpstr>
      <vt:lpstr>Conclusion</vt:lpstr>
      <vt:lpstr>Conclusion</vt:lpstr>
      <vt:lpstr>References </vt:lpstr>
      <vt:lpstr>End of presentation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computer sc ience</dc:title>
  <dc:creator>Asante</dc:creator>
  <cp:lastModifiedBy>Asante Richmond</cp:lastModifiedBy>
  <cp:revision>47</cp:revision>
  <dcterms:created xsi:type="dcterms:W3CDTF">2021-06-27T05:52:21Z</dcterms:created>
  <dcterms:modified xsi:type="dcterms:W3CDTF">2021-09-29T18:02:28Z</dcterms:modified>
</cp:coreProperties>
</file>